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2" r:id="rId3"/>
    <p:sldId id="269" r:id="rId4"/>
    <p:sldId id="261" r:id="rId5"/>
    <p:sldId id="260" r:id="rId6"/>
    <p:sldId id="259" r:id="rId7"/>
    <p:sldId id="271" r:id="rId8"/>
    <p:sldId id="274" r:id="rId9"/>
    <p:sldId id="272" r:id="rId10"/>
    <p:sldId id="273" r:id="rId11"/>
    <p:sldId id="275" r:id="rId12"/>
    <p:sldId id="278" r:id="rId13"/>
    <p:sldId id="270" r:id="rId14"/>
    <p:sldId id="276" r:id="rId15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6082"/>
    <a:srgbClr val="162F3E"/>
    <a:srgbClr val="F2F2F2"/>
    <a:srgbClr val="0E202C"/>
    <a:srgbClr val="777777"/>
    <a:srgbClr val="555555"/>
    <a:srgbClr val="333333"/>
    <a:srgbClr val="F8F9FA"/>
    <a:srgbClr val="F8FAFB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272"/>
    <p:restoredTop sz="96260"/>
  </p:normalViewPr>
  <p:slideViewPr>
    <p:cSldViewPr snapToGrid="0">
      <p:cViewPr varScale="1">
        <p:scale>
          <a:sx n="106" d="100"/>
          <a:sy n="106" d="100"/>
        </p:scale>
        <p:origin x="18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ABBE48-B954-42D1-AF0D-D90C603E7C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6BDEE0-9AE3-4EE2-9038-50BC85EACA58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1. Variable objetivo: Predicción de cancelaciones.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28D980B-48F1-49FE-BA9A-0CBE257C91D5}" type="parTrans" cxnId="{C1871D71-C1A3-4BC5-8A94-AC6877F0128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22729DD-9FE2-4AB7-82CD-2EB37366024E}" type="sibTrans" cxnId="{C1871D71-C1A3-4BC5-8A94-AC6877F0128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0B8AC11-E559-4683-B80D-EBBD71C7F644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2. Primer modelo: Variables base.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851A4A8-FB0F-4F5A-A2DC-E4A69C27B9A8}" type="parTrans" cxnId="{B1291214-39C8-4110-905C-412D5473607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3218287-4BF3-494E-9E9B-45DF47E7D0E5}" type="sibTrans" cxnId="{B1291214-39C8-4110-905C-412D5473607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2508F0D-86CE-4EEF-8A04-9FFC83158C1B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3. Segundo modelo: Interacciones.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FCA2D1E-1AFB-46FA-8890-42BB291571D5}" type="parTrans" cxnId="{B0B79F0D-B6D6-4949-BA4D-4254DDADA001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AEBADC-6145-4BF8-A549-346433778CE4}" type="sibTrans" cxnId="{B0B79F0D-B6D6-4949-BA4D-4254DDADA001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A7E77C7-B29C-47EF-9F02-A8160B06B408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4. Tercer modelo: Términos cuadráticos.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C3C5B3-9735-4F19-9C4D-BE7BE6CB7032}" type="parTrans" cxnId="{DD55D55D-DFCC-4DEB-8C02-09E4D10BEB02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EF810FA-77FC-45FE-B0AF-CEF7AC2429E5}" type="sibTrans" cxnId="{DD55D55D-DFCC-4DEB-8C02-09E4D10BEB02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D230915-4EA7-44FF-BACD-D64CAF184764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5. Interpretación del modelo.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936A396-997C-403A-BEA4-D60A2BD10255}" type="parTrans" cxnId="{043CA547-B06D-4A05-B359-D23FB66BA73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58C0A87-7955-4994-A13A-13D7ED5AA3F2}" type="sibTrans" cxnId="{043CA547-B06D-4A05-B359-D23FB66BA736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341D8E1-BA0D-42AF-9AF3-96CC8E678014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6. Comprobación de la significancia de las variables con ANOVA.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DCD6D5C-1B73-4C0E-90D2-4326A5EE59A7}" type="parTrans" cxnId="{040D35C3-BCC0-4A09-8031-BD07D9F8E028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CF77666-D4A3-4AEF-A584-EDA833858860}" type="sibTrans" cxnId="{040D35C3-BCC0-4A09-8031-BD07D9F8E028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6F63C2-A122-4465-A1D7-099F5575BFAE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7. Estrategia de overbooking.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CA85901-D590-490C-B822-818E2EB37FB3}" type="parTrans" cxnId="{71817B16-B998-471D-8593-74BADB682572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757FC8B-4E50-48AD-84B8-5960DB2AFE13}" type="sibTrans" cxnId="{71817B16-B998-471D-8593-74BADB682572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5B9E35-A77C-4311-9A36-D39337C24137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8. Conclusiones.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E7AA1B-52F4-4786-B50C-347E9119A5A3}" type="parTrans" cxnId="{80E8A798-8E91-4833-9CA7-BA8384BB0138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AE8AA8-50BC-4071-9978-C57FD7057372}" type="sibTrans" cxnId="{80E8A798-8E91-4833-9CA7-BA8384BB0138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C53B140-8A7E-48B6-91F3-86FE1F9E172A}">
      <dgm:prSet/>
      <dgm:spPr>
        <a:solidFill>
          <a:schemeClr val="accent1">
            <a:hueOff val="0"/>
            <a:satOff val="0"/>
            <a:lumOff val="0"/>
          </a:schemeClr>
        </a:solidFill>
      </dgm:spPr>
      <dgm:t>
        <a:bodyPr/>
        <a:lstStyle/>
        <a:p>
          <a:r>
            <a:rPr lang="es-ES" u="none" dirty="0">
              <a:latin typeface="Arial" panose="020B0604020202020204" pitchFamily="34" charset="0"/>
              <a:cs typeface="Arial" panose="020B0604020202020204" pitchFamily="34" charset="0"/>
            </a:rPr>
            <a:t>9. Próximos pasos.  </a:t>
          </a:r>
          <a:endParaRPr lang="en-US" u="none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042FF0D-3DD5-4685-9739-522DBB30E9F4}" type="parTrans" cxnId="{F08EC515-91B5-44AA-AB01-E10D6A336FA1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FCE20CC-D5CE-4E0A-8DD5-4BD764DC64EC}" type="sibTrans" cxnId="{F08EC515-91B5-44AA-AB01-E10D6A336FA1}">
      <dgm:prSet/>
      <dgm:spPr/>
      <dgm:t>
        <a:bodyPr/>
        <a:lstStyle/>
        <a:p>
          <a:endParaRPr lang="en-US" u="none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6599407-4437-0E48-98BD-2CB278AC5B83}" type="pres">
      <dgm:prSet presAssocID="{3AABBE48-B954-42D1-AF0D-D90C603E7C8F}" presName="linear" presStyleCnt="0">
        <dgm:presLayoutVars>
          <dgm:animLvl val="lvl"/>
          <dgm:resizeHandles val="exact"/>
        </dgm:presLayoutVars>
      </dgm:prSet>
      <dgm:spPr/>
    </dgm:pt>
    <dgm:pt modelId="{6B0C344B-5E5A-A14B-9818-6722D8D2A7C0}" type="pres">
      <dgm:prSet presAssocID="{DA6BDEE0-9AE3-4EE2-9038-50BC85EACA58}" presName="parentText" presStyleLbl="node1" presStyleIdx="0" presStyleCnt="9">
        <dgm:presLayoutVars>
          <dgm:chMax val="0"/>
          <dgm:bulletEnabled val="1"/>
        </dgm:presLayoutVars>
      </dgm:prSet>
      <dgm:spPr/>
    </dgm:pt>
    <dgm:pt modelId="{BAF5F11D-A53B-8549-86C9-E6E0C3401CAC}" type="pres">
      <dgm:prSet presAssocID="{A22729DD-9FE2-4AB7-82CD-2EB37366024E}" presName="spacer" presStyleCnt="0"/>
      <dgm:spPr/>
    </dgm:pt>
    <dgm:pt modelId="{202A3A83-E226-5142-A753-63F25B431BD4}" type="pres">
      <dgm:prSet presAssocID="{D0B8AC11-E559-4683-B80D-EBBD71C7F644}" presName="parentText" presStyleLbl="node1" presStyleIdx="1" presStyleCnt="9">
        <dgm:presLayoutVars>
          <dgm:chMax val="0"/>
          <dgm:bulletEnabled val="1"/>
        </dgm:presLayoutVars>
      </dgm:prSet>
      <dgm:spPr/>
    </dgm:pt>
    <dgm:pt modelId="{FFE00021-DF61-AA4F-8EA9-9354196C1115}" type="pres">
      <dgm:prSet presAssocID="{33218287-4BF3-494E-9E9B-45DF47E7D0E5}" presName="spacer" presStyleCnt="0"/>
      <dgm:spPr/>
    </dgm:pt>
    <dgm:pt modelId="{1F48731D-C904-1843-BAA3-01357CB853A9}" type="pres">
      <dgm:prSet presAssocID="{42508F0D-86CE-4EEF-8A04-9FFC83158C1B}" presName="parentText" presStyleLbl="node1" presStyleIdx="2" presStyleCnt="9">
        <dgm:presLayoutVars>
          <dgm:chMax val="0"/>
          <dgm:bulletEnabled val="1"/>
        </dgm:presLayoutVars>
      </dgm:prSet>
      <dgm:spPr/>
    </dgm:pt>
    <dgm:pt modelId="{BBDE4F02-4726-E54A-80A8-30092EC2B235}" type="pres">
      <dgm:prSet presAssocID="{60AEBADC-6145-4BF8-A549-346433778CE4}" presName="spacer" presStyleCnt="0"/>
      <dgm:spPr/>
    </dgm:pt>
    <dgm:pt modelId="{87AF8C9A-1FEA-254C-9107-518F5510312F}" type="pres">
      <dgm:prSet presAssocID="{AA7E77C7-B29C-47EF-9F02-A8160B06B408}" presName="parentText" presStyleLbl="node1" presStyleIdx="3" presStyleCnt="9">
        <dgm:presLayoutVars>
          <dgm:chMax val="0"/>
          <dgm:bulletEnabled val="1"/>
        </dgm:presLayoutVars>
      </dgm:prSet>
      <dgm:spPr/>
    </dgm:pt>
    <dgm:pt modelId="{9E48FD64-8DF3-F14F-BB3B-F605728145B6}" type="pres">
      <dgm:prSet presAssocID="{CEF810FA-77FC-45FE-B0AF-CEF7AC2429E5}" presName="spacer" presStyleCnt="0"/>
      <dgm:spPr/>
    </dgm:pt>
    <dgm:pt modelId="{94167B7F-0FEE-9643-BEA4-176ED8987214}" type="pres">
      <dgm:prSet presAssocID="{AD230915-4EA7-44FF-BACD-D64CAF184764}" presName="parentText" presStyleLbl="node1" presStyleIdx="4" presStyleCnt="9">
        <dgm:presLayoutVars>
          <dgm:chMax val="0"/>
          <dgm:bulletEnabled val="1"/>
        </dgm:presLayoutVars>
      </dgm:prSet>
      <dgm:spPr/>
    </dgm:pt>
    <dgm:pt modelId="{913CAACD-F6AB-3946-BC9F-98B3AFB9C95E}" type="pres">
      <dgm:prSet presAssocID="{F58C0A87-7955-4994-A13A-13D7ED5AA3F2}" presName="spacer" presStyleCnt="0"/>
      <dgm:spPr/>
    </dgm:pt>
    <dgm:pt modelId="{44364C73-2072-F247-AC8E-D752A48996D8}" type="pres">
      <dgm:prSet presAssocID="{5341D8E1-BA0D-42AF-9AF3-96CC8E678014}" presName="parentText" presStyleLbl="node1" presStyleIdx="5" presStyleCnt="9">
        <dgm:presLayoutVars>
          <dgm:chMax val="0"/>
          <dgm:bulletEnabled val="1"/>
        </dgm:presLayoutVars>
      </dgm:prSet>
      <dgm:spPr/>
    </dgm:pt>
    <dgm:pt modelId="{7A7B6F6C-4720-1C41-8BF4-2700B4736E2E}" type="pres">
      <dgm:prSet presAssocID="{3CF77666-D4A3-4AEF-A584-EDA833858860}" presName="spacer" presStyleCnt="0"/>
      <dgm:spPr/>
    </dgm:pt>
    <dgm:pt modelId="{AD4BB4C8-C2FA-BC4F-88D5-7BAA2160CE89}" type="pres">
      <dgm:prSet presAssocID="{CC6F63C2-A122-4465-A1D7-099F5575BFAE}" presName="parentText" presStyleLbl="node1" presStyleIdx="6" presStyleCnt="9">
        <dgm:presLayoutVars>
          <dgm:chMax val="0"/>
          <dgm:bulletEnabled val="1"/>
        </dgm:presLayoutVars>
      </dgm:prSet>
      <dgm:spPr/>
    </dgm:pt>
    <dgm:pt modelId="{585BE369-5737-F047-8516-AABBB2292C40}" type="pres">
      <dgm:prSet presAssocID="{1757FC8B-4E50-48AD-84B8-5960DB2AFE13}" presName="spacer" presStyleCnt="0"/>
      <dgm:spPr/>
    </dgm:pt>
    <dgm:pt modelId="{DE1A8DE4-86CB-0449-9FC3-D732B38BA9DE}" type="pres">
      <dgm:prSet presAssocID="{C55B9E35-A77C-4311-9A36-D39337C24137}" presName="parentText" presStyleLbl="node1" presStyleIdx="7" presStyleCnt="9">
        <dgm:presLayoutVars>
          <dgm:chMax val="0"/>
          <dgm:bulletEnabled val="1"/>
        </dgm:presLayoutVars>
      </dgm:prSet>
      <dgm:spPr/>
    </dgm:pt>
    <dgm:pt modelId="{943B956E-9C3A-204E-83A4-06E333D7EDB8}" type="pres">
      <dgm:prSet presAssocID="{72AE8AA8-50BC-4071-9978-C57FD7057372}" presName="spacer" presStyleCnt="0"/>
      <dgm:spPr/>
    </dgm:pt>
    <dgm:pt modelId="{8D4E364D-01B9-BF4C-B2D9-8990CDAAFA36}" type="pres">
      <dgm:prSet presAssocID="{CC53B140-8A7E-48B6-91F3-86FE1F9E172A}" presName="parentText" presStyleLbl="node1" presStyleIdx="8" presStyleCnt="9">
        <dgm:presLayoutVars>
          <dgm:chMax val="0"/>
          <dgm:bulletEnabled val="1"/>
        </dgm:presLayoutVars>
      </dgm:prSet>
      <dgm:spPr/>
    </dgm:pt>
  </dgm:ptLst>
  <dgm:cxnLst>
    <dgm:cxn modelId="{B0B79F0D-B6D6-4949-BA4D-4254DDADA001}" srcId="{3AABBE48-B954-42D1-AF0D-D90C603E7C8F}" destId="{42508F0D-86CE-4EEF-8A04-9FFC83158C1B}" srcOrd="2" destOrd="0" parTransId="{BFCA2D1E-1AFB-46FA-8890-42BB291571D5}" sibTransId="{60AEBADC-6145-4BF8-A549-346433778CE4}"/>
    <dgm:cxn modelId="{B1291214-39C8-4110-905C-412D54736076}" srcId="{3AABBE48-B954-42D1-AF0D-D90C603E7C8F}" destId="{D0B8AC11-E559-4683-B80D-EBBD71C7F644}" srcOrd="1" destOrd="0" parTransId="{E851A4A8-FB0F-4F5A-A2DC-E4A69C27B9A8}" sibTransId="{33218287-4BF3-494E-9E9B-45DF47E7D0E5}"/>
    <dgm:cxn modelId="{F08EC515-91B5-44AA-AB01-E10D6A336FA1}" srcId="{3AABBE48-B954-42D1-AF0D-D90C603E7C8F}" destId="{CC53B140-8A7E-48B6-91F3-86FE1F9E172A}" srcOrd="8" destOrd="0" parTransId="{0042FF0D-3DD5-4685-9739-522DBB30E9F4}" sibTransId="{7FCE20CC-D5CE-4E0A-8DD5-4BD764DC64EC}"/>
    <dgm:cxn modelId="{71817B16-B998-471D-8593-74BADB682572}" srcId="{3AABBE48-B954-42D1-AF0D-D90C603E7C8F}" destId="{CC6F63C2-A122-4465-A1D7-099F5575BFAE}" srcOrd="6" destOrd="0" parTransId="{ECA85901-D590-490C-B822-818E2EB37FB3}" sibTransId="{1757FC8B-4E50-48AD-84B8-5960DB2AFE13}"/>
    <dgm:cxn modelId="{043CA547-B06D-4A05-B359-D23FB66BA736}" srcId="{3AABBE48-B954-42D1-AF0D-D90C603E7C8F}" destId="{AD230915-4EA7-44FF-BACD-D64CAF184764}" srcOrd="4" destOrd="0" parTransId="{E936A396-997C-403A-BEA4-D60A2BD10255}" sibTransId="{F58C0A87-7955-4994-A13A-13D7ED5AA3F2}"/>
    <dgm:cxn modelId="{7FD21B4A-AB11-3947-AB95-72199D574BA3}" type="presOf" srcId="{CC6F63C2-A122-4465-A1D7-099F5575BFAE}" destId="{AD4BB4C8-C2FA-BC4F-88D5-7BAA2160CE89}" srcOrd="0" destOrd="0" presId="urn:microsoft.com/office/officeart/2005/8/layout/vList2"/>
    <dgm:cxn modelId="{5247BD59-9F81-6746-8C8B-65CA50EB67F4}" type="presOf" srcId="{3AABBE48-B954-42D1-AF0D-D90C603E7C8F}" destId="{06599407-4437-0E48-98BD-2CB278AC5B83}" srcOrd="0" destOrd="0" presId="urn:microsoft.com/office/officeart/2005/8/layout/vList2"/>
    <dgm:cxn modelId="{DD55D55D-DFCC-4DEB-8C02-09E4D10BEB02}" srcId="{3AABBE48-B954-42D1-AF0D-D90C603E7C8F}" destId="{AA7E77C7-B29C-47EF-9F02-A8160B06B408}" srcOrd="3" destOrd="0" parTransId="{41C3C5B3-9735-4F19-9C4D-BE7BE6CB7032}" sibTransId="{CEF810FA-77FC-45FE-B0AF-CEF7AC2429E5}"/>
    <dgm:cxn modelId="{C798DF5D-E53D-F645-B115-5178A329C08D}" type="presOf" srcId="{5341D8E1-BA0D-42AF-9AF3-96CC8E678014}" destId="{44364C73-2072-F247-AC8E-D752A48996D8}" srcOrd="0" destOrd="0" presId="urn:microsoft.com/office/officeart/2005/8/layout/vList2"/>
    <dgm:cxn modelId="{FF6CB463-3F08-B240-93E6-8E531B08CF3F}" type="presOf" srcId="{AA7E77C7-B29C-47EF-9F02-A8160B06B408}" destId="{87AF8C9A-1FEA-254C-9107-518F5510312F}" srcOrd="0" destOrd="0" presId="urn:microsoft.com/office/officeart/2005/8/layout/vList2"/>
    <dgm:cxn modelId="{C05B4E6E-DB26-054C-8E96-E80326CE0253}" type="presOf" srcId="{CC53B140-8A7E-48B6-91F3-86FE1F9E172A}" destId="{8D4E364D-01B9-BF4C-B2D9-8990CDAAFA36}" srcOrd="0" destOrd="0" presId="urn:microsoft.com/office/officeart/2005/8/layout/vList2"/>
    <dgm:cxn modelId="{835DE86F-0304-8C4B-86CD-BB6EF80D7BFD}" type="presOf" srcId="{D0B8AC11-E559-4683-B80D-EBBD71C7F644}" destId="{202A3A83-E226-5142-A753-63F25B431BD4}" srcOrd="0" destOrd="0" presId="urn:microsoft.com/office/officeart/2005/8/layout/vList2"/>
    <dgm:cxn modelId="{C1871D71-C1A3-4BC5-8A94-AC6877F01286}" srcId="{3AABBE48-B954-42D1-AF0D-D90C603E7C8F}" destId="{DA6BDEE0-9AE3-4EE2-9038-50BC85EACA58}" srcOrd="0" destOrd="0" parTransId="{828D980B-48F1-49FE-BA9A-0CBE257C91D5}" sibTransId="{A22729DD-9FE2-4AB7-82CD-2EB37366024E}"/>
    <dgm:cxn modelId="{80E8A798-8E91-4833-9CA7-BA8384BB0138}" srcId="{3AABBE48-B954-42D1-AF0D-D90C603E7C8F}" destId="{C55B9E35-A77C-4311-9A36-D39337C24137}" srcOrd="7" destOrd="0" parTransId="{A5E7AA1B-52F4-4786-B50C-347E9119A5A3}" sibTransId="{72AE8AA8-50BC-4071-9978-C57FD7057372}"/>
    <dgm:cxn modelId="{97FAC1A6-091A-514C-9652-B09052076955}" type="presOf" srcId="{C55B9E35-A77C-4311-9A36-D39337C24137}" destId="{DE1A8DE4-86CB-0449-9FC3-D732B38BA9DE}" srcOrd="0" destOrd="0" presId="urn:microsoft.com/office/officeart/2005/8/layout/vList2"/>
    <dgm:cxn modelId="{733240A9-EAB6-A041-B8D9-2802FE54F0A5}" type="presOf" srcId="{DA6BDEE0-9AE3-4EE2-9038-50BC85EACA58}" destId="{6B0C344B-5E5A-A14B-9818-6722D8D2A7C0}" srcOrd="0" destOrd="0" presId="urn:microsoft.com/office/officeart/2005/8/layout/vList2"/>
    <dgm:cxn modelId="{040D35C3-BCC0-4A09-8031-BD07D9F8E028}" srcId="{3AABBE48-B954-42D1-AF0D-D90C603E7C8F}" destId="{5341D8E1-BA0D-42AF-9AF3-96CC8E678014}" srcOrd="5" destOrd="0" parTransId="{9DCD6D5C-1B73-4C0E-90D2-4326A5EE59A7}" sibTransId="{3CF77666-D4A3-4AEF-A584-EDA833858860}"/>
    <dgm:cxn modelId="{E070A7DB-CDB5-AF4F-A850-E055C1286A29}" type="presOf" srcId="{42508F0D-86CE-4EEF-8A04-9FFC83158C1B}" destId="{1F48731D-C904-1843-BAA3-01357CB853A9}" srcOrd="0" destOrd="0" presId="urn:microsoft.com/office/officeart/2005/8/layout/vList2"/>
    <dgm:cxn modelId="{CD555EF5-18CC-7343-86AA-4B3606AC056A}" type="presOf" srcId="{AD230915-4EA7-44FF-BACD-D64CAF184764}" destId="{94167B7F-0FEE-9643-BEA4-176ED8987214}" srcOrd="0" destOrd="0" presId="urn:microsoft.com/office/officeart/2005/8/layout/vList2"/>
    <dgm:cxn modelId="{4B0FC1E8-58CB-1B45-99BB-6AA3B9DA2357}" type="presParOf" srcId="{06599407-4437-0E48-98BD-2CB278AC5B83}" destId="{6B0C344B-5E5A-A14B-9818-6722D8D2A7C0}" srcOrd="0" destOrd="0" presId="urn:microsoft.com/office/officeart/2005/8/layout/vList2"/>
    <dgm:cxn modelId="{1681CC28-676A-744A-B125-5CCFD8E9C1FD}" type="presParOf" srcId="{06599407-4437-0E48-98BD-2CB278AC5B83}" destId="{BAF5F11D-A53B-8549-86C9-E6E0C3401CAC}" srcOrd="1" destOrd="0" presId="urn:microsoft.com/office/officeart/2005/8/layout/vList2"/>
    <dgm:cxn modelId="{4FAF6357-2898-5347-AB68-1744EA7D9415}" type="presParOf" srcId="{06599407-4437-0E48-98BD-2CB278AC5B83}" destId="{202A3A83-E226-5142-A753-63F25B431BD4}" srcOrd="2" destOrd="0" presId="urn:microsoft.com/office/officeart/2005/8/layout/vList2"/>
    <dgm:cxn modelId="{3D84437A-8AAE-1F43-BF7B-103E9852F909}" type="presParOf" srcId="{06599407-4437-0E48-98BD-2CB278AC5B83}" destId="{FFE00021-DF61-AA4F-8EA9-9354196C1115}" srcOrd="3" destOrd="0" presId="urn:microsoft.com/office/officeart/2005/8/layout/vList2"/>
    <dgm:cxn modelId="{D1CA6F50-B507-1940-BCFD-AA60B8419380}" type="presParOf" srcId="{06599407-4437-0E48-98BD-2CB278AC5B83}" destId="{1F48731D-C904-1843-BAA3-01357CB853A9}" srcOrd="4" destOrd="0" presId="urn:microsoft.com/office/officeart/2005/8/layout/vList2"/>
    <dgm:cxn modelId="{FC112C1F-3FCB-D942-BD9F-B8235A01EE5F}" type="presParOf" srcId="{06599407-4437-0E48-98BD-2CB278AC5B83}" destId="{BBDE4F02-4726-E54A-80A8-30092EC2B235}" srcOrd="5" destOrd="0" presId="urn:microsoft.com/office/officeart/2005/8/layout/vList2"/>
    <dgm:cxn modelId="{46FD75FF-1AF4-EC43-A025-196452CC2B54}" type="presParOf" srcId="{06599407-4437-0E48-98BD-2CB278AC5B83}" destId="{87AF8C9A-1FEA-254C-9107-518F5510312F}" srcOrd="6" destOrd="0" presId="urn:microsoft.com/office/officeart/2005/8/layout/vList2"/>
    <dgm:cxn modelId="{0BD3ECD7-152D-BB4A-A966-4A6030AD0CE8}" type="presParOf" srcId="{06599407-4437-0E48-98BD-2CB278AC5B83}" destId="{9E48FD64-8DF3-F14F-BB3B-F605728145B6}" srcOrd="7" destOrd="0" presId="urn:microsoft.com/office/officeart/2005/8/layout/vList2"/>
    <dgm:cxn modelId="{168A034A-8B9D-5846-A050-084B58AF2DBA}" type="presParOf" srcId="{06599407-4437-0E48-98BD-2CB278AC5B83}" destId="{94167B7F-0FEE-9643-BEA4-176ED8987214}" srcOrd="8" destOrd="0" presId="urn:microsoft.com/office/officeart/2005/8/layout/vList2"/>
    <dgm:cxn modelId="{C3BF5E05-B72A-8B46-B088-C52C10B04FED}" type="presParOf" srcId="{06599407-4437-0E48-98BD-2CB278AC5B83}" destId="{913CAACD-F6AB-3946-BC9F-98B3AFB9C95E}" srcOrd="9" destOrd="0" presId="urn:microsoft.com/office/officeart/2005/8/layout/vList2"/>
    <dgm:cxn modelId="{C6484B43-4690-0C4D-880A-255B67792C45}" type="presParOf" srcId="{06599407-4437-0E48-98BD-2CB278AC5B83}" destId="{44364C73-2072-F247-AC8E-D752A48996D8}" srcOrd="10" destOrd="0" presId="urn:microsoft.com/office/officeart/2005/8/layout/vList2"/>
    <dgm:cxn modelId="{CE625D2F-46A6-8A4C-A276-88BC4C259973}" type="presParOf" srcId="{06599407-4437-0E48-98BD-2CB278AC5B83}" destId="{7A7B6F6C-4720-1C41-8BF4-2700B4736E2E}" srcOrd="11" destOrd="0" presId="urn:microsoft.com/office/officeart/2005/8/layout/vList2"/>
    <dgm:cxn modelId="{70EB683F-5114-D84B-A550-3EC7AEFBE7F7}" type="presParOf" srcId="{06599407-4437-0E48-98BD-2CB278AC5B83}" destId="{AD4BB4C8-C2FA-BC4F-88D5-7BAA2160CE89}" srcOrd="12" destOrd="0" presId="urn:microsoft.com/office/officeart/2005/8/layout/vList2"/>
    <dgm:cxn modelId="{16306B6F-EC67-D645-B5A4-16CE20262527}" type="presParOf" srcId="{06599407-4437-0E48-98BD-2CB278AC5B83}" destId="{585BE369-5737-F047-8516-AABBB2292C40}" srcOrd="13" destOrd="0" presId="urn:microsoft.com/office/officeart/2005/8/layout/vList2"/>
    <dgm:cxn modelId="{B77DE82A-93E4-7E47-B37C-93E8CAF5C62D}" type="presParOf" srcId="{06599407-4437-0E48-98BD-2CB278AC5B83}" destId="{DE1A8DE4-86CB-0449-9FC3-D732B38BA9DE}" srcOrd="14" destOrd="0" presId="urn:microsoft.com/office/officeart/2005/8/layout/vList2"/>
    <dgm:cxn modelId="{16B66633-A4D4-D843-8D69-A12A39A110A6}" type="presParOf" srcId="{06599407-4437-0E48-98BD-2CB278AC5B83}" destId="{943B956E-9C3A-204E-83A4-06E333D7EDB8}" srcOrd="15" destOrd="0" presId="urn:microsoft.com/office/officeart/2005/8/layout/vList2"/>
    <dgm:cxn modelId="{E141F782-AAE1-434D-81D9-2942C93C5831}" type="presParOf" srcId="{06599407-4437-0E48-98BD-2CB278AC5B83}" destId="{8D4E364D-01B9-BF4C-B2D9-8990CDAAFA36}" srcOrd="1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A34889-3DEA-4F3C-AE48-72C11A6F84C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22ED8044-4A23-4625-B44A-834D710DEE60}">
      <dgm:prSet/>
      <dgm:spPr/>
      <dgm:t>
        <a:bodyPr/>
        <a:lstStyle/>
        <a:p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Definición:</a:t>
          </a: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 Variable binaria (0= No cancela, 1= cancela).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3A1CD0D-94C7-4C6C-B095-F211B8AD44C4}" type="parTrans" cxnId="{29EA9663-8788-44AB-B97D-EC96FF240D1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66E87FF-B62D-4ABC-B6FC-5A73FEEC8772}" type="sibTrans" cxnId="{29EA9663-8788-44AB-B97D-EC96FF240D16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9E83B06-4174-45B2-8B63-8B9F513A5735}">
      <dgm:prSet/>
      <dgm:spPr/>
      <dgm:t>
        <a:bodyPr/>
        <a:lstStyle/>
        <a:p>
          <a:r>
            <a:rPr lang="es-ES" b="1">
              <a:latin typeface="Arial" panose="020B0604020202020204" pitchFamily="34" charset="0"/>
              <a:cs typeface="Arial" panose="020B0604020202020204" pitchFamily="34" charset="0"/>
            </a:rPr>
            <a:t>Punto de partida: </a:t>
          </a:r>
          <a:r>
            <a:rPr lang="es-ES">
              <a:latin typeface="Arial" panose="020B0604020202020204" pitchFamily="34" charset="0"/>
              <a:cs typeface="Arial" panose="020B0604020202020204" pitchFamily="34" charset="0"/>
            </a:rPr>
            <a:t>El hotel se enfrenta a una tasa de cancelación global crítica del 33%.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B2C067E-3941-44CD-9BC5-F480A56F4A8B}" type="parTrans" cxnId="{2D672791-A152-43A2-92B3-9E0BCAABC79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9AF8C34-7C4D-45BE-8BEE-ADE901F36E19}" type="sibTrans" cxnId="{2D672791-A152-43A2-92B3-9E0BCAABC797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6F5FACB-E6B2-4575-ACFB-A1582F93D604}">
      <dgm:prSet/>
      <dgm:spPr/>
      <dgm:t>
        <a:bodyPr/>
        <a:lstStyle/>
        <a:p>
          <a:r>
            <a:rPr lang="es-ES" b="1">
              <a:latin typeface="Arial" panose="020B0604020202020204" pitchFamily="34" charset="0"/>
              <a:cs typeface="Arial" panose="020B0604020202020204" pitchFamily="34" charset="0"/>
            </a:rPr>
            <a:t>Objetivo:</a:t>
          </a:r>
          <a:r>
            <a:rPr lang="es-ES">
              <a:latin typeface="Arial" panose="020B0604020202020204" pitchFamily="34" charset="0"/>
              <a:cs typeface="Arial" panose="020B0604020202020204" pitchFamily="34" charset="0"/>
            </a:rPr>
            <a:t> Desarrollar un modelo de Regresión Logística (GLM Binomial) para anticipar estas cancelaciones y proteger los ingresos del hotel. </a:t>
          </a:r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905BC0B-8C7D-4D79-A34B-11082F11802E}" type="parTrans" cxnId="{AAB92016-9D82-441B-93AE-76AE091CA8B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EE24C3C-2D78-4B4B-941F-780CD41E3140}" type="sibTrans" cxnId="{AAB92016-9D82-441B-93AE-76AE091CA8B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94C4B98-C98F-4F9E-A97E-8196CB3EBCA4}">
      <dgm:prSet/>
      <dgm:spPr/>
      <dgm:t>
        <a:bodyPr/>
        <a:lstStyle/>
        <a:p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El </a:t>
          </a:r>
          <a:r>
            <a:rPr lang="es-ES" b="1" dirty="0">
              <a:latin typeface="Arial" panose="020B0604020202020204" pitchFamily="34" charset="0"/>
              <a:cs typeface="Arial" panose="020B0604020202020204" pitchFamily="34" charset="0"/>
            </a:rPr>
            <a:t>EDA</a:t>
          </a: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 que realizamos anteriormente reflejó que variables como la antelación, el precio y el canal de reserva influían en la tasa de cancelación.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33D07C3-9550-4FC5-98BC-EA5120DCD4C6}" type="parTrans" cxnId="{AAAE3C41-D238-4FA0-B603-8234A56EBBA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4D06747-4AFE-4BCF-9ABB-FC810D79AE99}" type="sibTrans" cxnId="{AAAE3C41-D238-4FA0-B603-8234A56EBBA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BE49423-C696-D540-83AB-56F8F3DA18AE}" type="pres">
      <dgm:prSet presAssocID="{43A34889-3DEA-4F3C-AE48-72C11A6F84C6}" presName="linear" presStyleCnt="0">
        <dgm:presLayoutVars>
          <dgm:animLvl val="lvl"/>
          <dgm:resizeHandles val="exact"/>
        </dgm:presLayoutVars>
      </dgm:prSet>
      <dgm:spPr/>
    </dgm:pt>
    <dgm:pt modelId="{74BBC2C5-E267-5444-8D63-785B10A5E320}" type="pres">
      <dgm:prSet presAssocID="{22ED8044-4A23-4625-B44A-834D710DEE60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7A424D1-B49E-6A42-8415-D675187A1804}" type="pres">
      <dgm:prSet presAssocID="{B66E87FF-B62D-4ABC-B6FC-5A73FEEC8772}" presName="spacer" presStyleCnt="0"/>
      <dgm:spPr/>
    </dgm:pt>
    <dgm:pt modelId="{672706F7-29E1-564F-BF3E-152ED1CD13A1}" type="pres">
      <dgm:prSet presAssocID="{79E83B06-4174-45B2-8B63-8B9F513A573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8A1B623D-330C-ED46-9FF2-9B9C5E3B8A51}" type="pres">
      <dgm:prSet presAssocID="{39AF8C34-7C4D-45BE-8BEE-ADE901F36E19}" presName="spacer" presStyleCnt="0"/>
      <dgm:spPr/>
    </dgm:pt>
    <dgm:pt modelId="{AFD79FF7-AEA5-5244-AE15-40E0ECD10D67}" type="pres">
      <dgm:prSet presAssocID="{26F5FACB-E6B2-4575-ACFB-A1582F93D60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9FA3EC1-2F51-2247-815E-DDC4CDE6FF66}" type="pres">
      <dgm:prSet presAssocID="{BEE24C3C-2D78-4B4B-941F-780CD41E3140}" presName="spacer" presStyleCnt="0"/>
      <dgm:spPr/>
    </dgm:pt>
    <dgm:pt modelId="{E7175E74-F65E-9143-85B1-3F567471E114}" type="pres">
      <dgm:prSet presAssocID="{994C4B98-C98F-4F9E-A97E-8196CB3EBCA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AB92016-9D82-441B-93AE-76AE091CA8BD}" srcId="{43A34889-3DEA-4F3C-AE48-72C11A6F84C6}" destId="{26F5FACB-E6B2-4575-ACFB-A1582F93D604}" srcOrd="2" destOrd="0" parTransId="{D905BC0B-8C7D-4D79-A34B-11082F11802E}" sibTransId="{BEE24C3C-2D78-4B4B-941F-780CD41E3140}"/>
    <dgm:cxn modelId="{AAAE3C41-D238-4FA0-B603-8234A56EBBAD}" srcId="{43A34889-3DEA-4F3C-AE48-72C11A6F84C6}" destId="{994C4B98-C98F-4F9E-A97E-8196CB3EBCA4}" srcOrd="3" destOrd="0" parTransId="{733D07C3-9550-4FC5-98BC-EA5120DCD4C6}" sibTransId="{54D06747-4AFE-4BCF-9ABB-FC810D79AE99}"/>
    <dgm:cxn modelId="{29EA9663-8788-44AB-B97D-EC96FF240D16}" srcId="{43A34889-3DEA-4F3C-AE48-72C11A6F84C6}" destId="{22ED8044-4A23-4625-B44A-834D710DEE60}" srcOrd="0" destOrd="0" parTransId="{23A1CD0D-94C7-4C6C-B095-F211B8AD44C4}" sibTransId="{B66E87FF-B62D-4ABC-B6FC-5A73FEEC8772}"/>
    <dgm:cxn modelId="{793C416B-B3F5-B947-B63D-CC8748E2140B}" type="presOf" srcId="{994C4B98-C98F-4F9E-A97E-8196CB3EBCA4}" destId="{E7175E74-F65E-9143-85B1-3F567471E114}" srcOrd="0" destOrd="0" presId="urn:microsoft.com/office/officeart/2005/8/layout/vList2"/>
    <dgm:cxn modelId="{D7B5777D-E877-9A47-8C1D-A488DBFDDF9F}" type="presOf" srcId="{26F5FACB-E6B2-4575-ACFB-A1582F93D604}" destId="{AFD79FF7-AEA5-5244-AE15-40E0ECD10D67}" srcOrd="0" destOrd="0" presId="urn:microsoft.com/office/officeart/2005/8/layout/vList2"/>
    <dgm:cxn modelId="{2D672791-A152-43A2-92B3-9E0BCAABC797}" srcId="{43A34889-3DEA-4F3C-AE48-72C11A6F84C6}" destId="{79E83B06-4174-45B2-8B63-8B9F513A5735}" srcOrd="1" destOrd="0" parTransId="{DB2C067E-3941-44CD-9BC5-F480A56F4A8B}" sibTransId="{39AF8C34-7C4D-45BE-8BEE-ADE901F36E19}"/>
    <dgm:cxn modelId="{1B1FD998-BC0D-FF4C-97A4-DABC0F52DC5D}" type="presOf" srcId="{22ED8044-4A23-4625-B44A-834D710DEE60}" destId="{74BBC2C5-E267-5444-8D63-785B10A5E320}" srcOrd="0" destOrd="0" presId="urn:microsoft.com/office/officeart/2005/8/layout/vList2"/>
    <dgm:cxn modelId="{CAE7E7D3-E62B-9D46-91BE-D3D63854E191}" type="presOf" srcId="{43A34889-3DEA-4F3C-AE48-72C11A6F84C6}" destId="{EBE49423-C696-D540-83AB-56F8F3DA18AE}" srcOrd="0" destOrd="0" presId="urn:microsoft.com/office/officeart/2005/8/layout/vList2"/>
    <dgm:cxn modelId="{4751F3E7-35CF-4C42-BB4B-E41845067C66}" type="presOf" srcId="{79E83B06-4174-45B2-8B63-8B9F513A5735}" destId="{672706F7-29E1-564F-BF3E-152ED1CD13A1}" srcOrd="0" destOrd="0" presId="urn:microsoft.com/office/officeart/2005/8/layout/vList2"/>
    <dgm:cxn modelId="{F1650BC2-E4A2-014E-BB8B-6CD4F60ECCF8}" type="presParOf" srcId="{EBE49423-C696-D540-83AB-56F8F3DA18AE}" destId="{74BBC2C5-E267-5444-8D63-785B10A5E320}" srcOrd="0" destOrd="0" presId="urn:microsoft.com/office/officeart/2005/8/layout/vList2"/>
    <dgm:cxn modelId="{F7284F47-D6B6-0B40-9918-5455339CF3D4}" type="presParOf" srcId="{EBE49423-C696-D540-83AB-56F8F3DA18AE}" destId="{87A424D1-B49E-6A42-8415-D675187A1804}" srcOrd="1" destOrd="0" presId="urn:microsoft.com/office/officeart/2005/8/layout/vList2"/>
    <dgm:cxn modelId="{721EE11F-43AF-B54C-AEF9-01A9F8E92D81}" type="presParOf" srcId="{EBE49423-C696-D540-83AB-56F8F3DA18AE}" destId="{672706F7-29E1-564F-BF3E-152ED1CD13A1}" srcOrd="2" destOrd="0" presId="urn:microsoft.com/office/officeart/2005/8/layout/vList2"/>
    <dgm:cxn modelId="{592359C1-F8EA-2F43-BD58-ECA77BF77E67}" type="presParOf" srcId="{EBE49423-C696-D540-83AB-56F8F3DA18AE}" destId="{8A1B623D-330C-ED46-9FF2-9B9C5E3B8A51}" srcOrd="3" destOrd="0" presId="urn:microsoft.com/office/officeart/2005/8/layout/vList2"/>
    <dgm:cxn modelId="{50DEC39F-CEB0-9249-8C24-49D269B9007D}" type="presParOf" srcId="{EBE49423-C696-D540-83AB-56F8F3DA18AE}" destId="{AFD79FF7-AEA5-5244-AE15-40E0ECD10D67}" srcOrd="4" destOrd="0" presId="urn:microsoft.com/office/officeart/2005/8/layout/vList2"/>
    <dgm:cxn modelId="{605FFEB4-3936-CD44-805A-486E3AD5215E}" type="presParOf" srcId="{EBE49423-C696-D540-83AB-56F8F3DA18AE}" destId="{29FA3EC1-2F51-2247-815E-DDC4CDE6FF66}" srcOrd="5" destOrd="0" presId="urn:microsoft.com/office/officeart/2005/8/layout/vList2"/>
    <dgm:cxn modelId="{7B8BC1A5-81E6-E642-B68B-599CDD2BC6B0}" type="presParOf" srcId="{EBE49423-C696-D540-83AB-56F8F3DA18AE}" destId="{E7175E74-F65E-9143-85B1-3F567471E114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FAD9D13-7FF3-489C-8CAC-C206B9C527FB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A840FB-8EDC-4277-918A-82D5892A7EE3}">
      <dgm:prSet/>
      <dgm:spPr>
        <a:solidFill>
          <a:schemeClr val="accent6"/>
        </a:solidFill>
      </dgm:spPr>
      <dgm:t>
        <a:bodyPr/>
        <a:lstStyle/>
        <a:p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Factores de retención: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CE0AD-121F-4849-872D-8516D3125922}" type="parTrans" cxnId="{D2379542-4FE9-4711-9335-C7602B56FF3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B0F2C83-C5F2-4F19-B8BD-439CAE2FADE8}" type="sibTrans" cxnId="{D2379542-4FE9-4711-9335-C7602B56FF3B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5BE0D8A-0704-4A17-BE59-93950D17265E}">
      <dgm:prSet/>
      <dgm:spPr/>
      <dgm:t>
        <a:bodyPr/>
        <a:lstStyle/>
        <a:p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Cliente repetidor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12DCEAF-FFA2-438A-8680-F54133ACAD69}" type="parTrans" cxnId="{31438E0C-6DE7-439F-BEE9-2546301137D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CD7CDEB-C21B-49D7-A897-D95616412956}" type="sibTrans" cxnId="{31438E0C-6DE7-439F-BEE9-2546301137DC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35D0CED-A12F-4A63-93C9-57A249CDC7F4}">
      <dgm:prSet/>
      <dgm:spPr>
        <a:solidFill>
          <a:schemeClr val="accent1">
            <a:hueOff val="0"/>
            <a:satOff val="0"/>
            <a:lumOff val="0"/>
            <a:alpha val="80000"/>
          </a:schemeClr>
        </a:solidFill>
      </dgm:spPr>
      <dgm:t>
        <a:bodyPr/>
        <a:lstStyle/>
        <a:p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Solicitar parking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8CEB75-1141-4762-A1E2-6575D47D48B9}" type="parTrans" cxnId="{68B5D81D-CB8B-4AAE-B394-89AD408F11B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4E460A4-6CA5-4E38-81F5-D588C376AE09}" type="sibTrans" cxnId="{68B5D81D-CB8B-4AAE-B394-89AD408F11BD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2EC42BC-9576-46B0-BDD0-9C78116048EE}">
      <dgm:prSet/>
      <dgm:spPr>
        <a:solidFill>
          <a:schemeClr val="accent1">
            <a:hueOff val="0"/>
            <a:satOff val="0"/>
            <a:lumOff val="0"/>
            <a:alpha val="90000"/>
          </a:schemeClr>
        </a:solidFill>
      </dgm:spPr>
      <dgm:t>
        <a:bodyPr/>
        <a:lstStyle/>
        <a:p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Peticiones especiales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04417A-D277-42BC-90B8-3DE57617457A}" type="parTrans" cxnId="{6855106A-E479-40AF-A400-C3C3D1DAB85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ECD3CEF-0673-4FEC-998D-7BE1AE004096}" type="sibTrans" cxnId="{6855106A-E479-40AF-A400-C3C3D1DAB85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8E7CCE9-23B1-4630-986C-7357AAE1C885}">
      <dgm:prSet/>
      <dgm:spPr>
        <a:solidFill>
          <a:schemeClr val="accent1">
            <a:hueOff val="0"/>
            <a:satOff val="0"/>
            <a:lumOff val="0"/>
            <a:alpha val="70000"/>
          </a:schemeClr>
        </a:solidFill>
      </dgm:spPr>
      <dgm:t>
        <a:bodyPr/>
        <a:lstStyle/>
        <a:p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Reservas offline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DD66E7-C641-4094-A64B-F4603C0B4C95}" type="parTrans" cxnId="{A68B8608-3625-475C-B542-E07E1CD75C7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0E8FA8-5142-481A-8552-9E2EF41E5D15}" type="sibTrans" cxnId="{A68B8608-3625-475C-B542-E07E1CD75C70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FBBF2BB-7546-BD47-8275-EABD71F813AE}" type="pres">
      <dgm:prSet presAssocID="{9FAD9D13-7FF3-489C-8CAC-C206B9C527FB}" presName="compositeShape" presStyleCnt="0">
        <dgm:presLayoutVars>
          <dgm:chMax val="7"/>
          <dgm:dir/>
          <dgm:resizeHandles val="exact"/>
        </dgm:presLayoutVars>
      </dgm:prSet>
      <dgm:spPr/>
    </dgm:pt>
    <dgm:pt modelId="{9EAD3E93-2C8E-5447-9E87-BDAF0E19BC5D}" type="pres">
      <dgm:prSet presAssocID="{9FAD9D13-7FF3-489C-8CAC-C206B9C527FB}" presName="wedge1" presStyleLbl="node1" presStyleIdx="0" presStyleCnt="5"/>
      <dgm:spPr/>
    </dgm:pt>
    <dgm:pt modelId="{2F64C516-8055-9740-9789-94BF95757763}" type="pres">
      <dgm:prSet presAssocID="{9FAD9D13-7FF3-489C-8CAC-C206B9C527FB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287EE9DA-20DA-454A-8071-FF542C42E38A}" type="pres">
      <dgm:prSet presAssocID="{9FAD9D13-7FF3-489C-8CAC-C206B9C527FB}" presName="wedge2" presStyleLbl="node1" presStyleIdx="1" presStyleCnt="5"/>
      <dgm:spPr/>
    </dgm:pt>
    <dgm:pt modelId="{F856E4C5-33E5-E642-AD6C-3FAE05190117}" type="pres">
      <dgm:prSet presAssocID="{9FAD9D13-7FF3-489C-8CAC-C206B9C527FB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2D86380E-B0A1-7F41-A75D-42E0A659918A}" type="pres">
      <dgm:prSet presAssocID="{9FAD9D13-7FF3-489C-8CAC-C206B9C527FB}" presName="wedge3" presStyleLbl="node1" presStyleIdx="2" presStyleCnt="5"/>
      <dgm:spPr/>
    </dgm:pt>
    <dgm:pt modelId="{DD015AB7-2657-B24E-BAE9-C6AB7E2EF699}" type="pres">
      <dgm:prSet presAssocID="{9FAD9D13-7FF3-489C-8CAC-C206B9C527FB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54955ACE-99F5-4E4A-B439-09089BBBD292}" type="pres">
      <dgm:prSet presAssocID="{9FAD9D13-7FF3-489C-8CAC-C206B9C527FB}" presName="wedge4" presStyleLbl="node1" presStyleIdx="3" presStyleCnt="5"/>
      <dgm:spPr/>
    </dgm:pt>
    <dgm:pt modelId="{D4A7DD01-633F-114C-8075-35F8A56589FD}" type="pres">
      <dgm:prSet presAssocID="{9FAD9D13-7FF3-489C-8CAC-C206B9C527FB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D655CBCF-FF75-B146-89D3-DC955385DDC2}" type="pres">
      <dgm:prSet presAssocID="{9FAD9D13-7FF3-489C-8CAC-C206B9C527FB}" presName="wedge5" presStyleLbl="node1" presStyleIdx="4" presStyleCnt="5"/>
      <dgm:spPr/>
    </dgm:pt>
    <dgm:pt modelId="{38AD3E46-8128-B34A-A270-3A858C1B5394}" type="pres">
      <dgm:prSet presAssocID="{9FAD9D13-7FF3-489C-8CAC-C206B9C527FB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A68B8608-3625-475C-B542-E07E1CD75C70}" srcId="{9FAD9D13-7FF3-489C-8CAC-C206B9C527FB}" destId="{28E7CCE9-23B1-4630-986C-7357AAE1C885}" srcOrd="1" destOrd="0" parTransId="{D1DD66E7-C641-4094-A64B-F4603C0B4C95}" sibTransId="{A50E8FA8-5142-481A-8552-9E2EF41E5D15}"/>
    <dgm:cxn modelId="{31438E0C-6DE7-439F-BEE9-2546301137DC}" srcId="{9FAD9D13-7FF3-489C-8CAC-C206B9C527FB}" destId="{95BE0D8A-0704-4A17-BE59-93950D17265E}" srcOrd="4" destOrd="0" parTransId="{E12DCEAF-FFA2-438A-8680-F54133ACAD69}" sibTransId="{ACD7CDEB-C21B-49D7-A897-D95616412956}"/>
    <dgm:cxn modelId="{8A2B0519-6988-624B-A81D-F9EC426438D3}" type="presOf" srcId="{95BE0D8A-0704-4A17-BE59-93950D17265E}" destId="{D655CBCF-FF75-B146-89D3-DC955385DDC2}" srcOrd="0" destOrd="0" presId="urn:microsoft.com/office/officeart/2005/8/layout/chart3"/>
    <dgm:cxn modelId="{68B5D81D-CB8B-4AAE-B394-89AD408F11BD}" srcId="{9FAD9D13-7FF3-489C-8CAC-C206B9C527FB}" destId="{035D0CED-A12F-4A63-93C9-57A249CDC7F4}" srcOrd="2" destOrd="0" parTransId="{FD8CEB75-1141-4762-A1E2-6575D47D48B9}" sibTransId="{84E460A4-6CA5-4E38-81F5-D588C376AE09}"/>
    <dgm:cxn modelId="{9AC84840-D8B6-5A4C-B614-65C03FBA70CB}" type="presOf" srcId="{28E7CCE9-23B1-4630-986C-7357AAE1C885}" destId="{F856E4C5-33E5-E642-AD6C-3FAE05190117}" srcOrd="1" destOrd="0" presId="urn:microsoft.com/office/officeart/2005/8/layout/chart3"/>
    <dgm:cxn modelId="{D2379542-4FE9-4711-9335-C7602B56FF3B}" srcId="{9FAD9D13-7FF3-489C-8CAC-C206B9C527FB}" destId="{2CA840FB-8EDC-4277-918A-82D5892A7EE3}" srcOrd="0" destOrd="0" parTransId="{D71CE0AD-121F-4849-872D-8516D3125922}" sibTransId="{8B0F2C83-C5F2-4F19-B8BD-439CAE2FADE8}"/>
    <dgm:cxn modelId="{57FB3E4B-600D-F343-9586-BAB212420CBC}" type="presOf" srcId="{95BE0D8A-0704-4A17-BE59-93950D17265E}" destId="{38AD3E46-8128-B34A-A270-3A858C1B5394}" srcOrd="1" destOrd="0" presId="urn:microsoft.com/office/officeart/2005/8/layout/chart3"/>
    <dgm:cxn modelId="{2E6F7362-E880-EF4A-8B40-5C34F5BBB62A}" type="presOf" srcId="{035D0CED-A12F-4A63-93C9-57A249CDC7F4}" destId="{DD015AB7-2657-B24E-BAE9-C6AB7E2EF699}" srcOrd="1" destOrd="0" presId="urn:microsoft.com/office/officeart/2005/8/layout/chart3"/>
    <dgm:cxn modelId="{6855106A-E479-40AF-A400-C3C3D1DAB854}" srcId="{9FAD9D13-7FF3-489C-8CAC-C206B9C527FB}" destId="{32EC42BC-9576-46B0-BDD0-9C78116048EE}" srcOrd="3" destOrd="0" parTransId="{6004417A-D277-42BC-90B8-3DE57617457A}" sibTransId="{7ECD3CEF-0673-4FEC-998D-7BE1AE004096}"/>
    <dgm:cxn modelId="{3C6DD777-B774-1F4B-9988-9B5E7CC2E898}" type="presOf" srcId="{32EC42BC-9576-46B0-BDD0-9C78116048EE}" destId="{54955ACE-99F5-4E4A-B439-09089BBBD292}" srcOrd="0" destOrd="0" presId="urn:microsoft.com/office/officeart/2005/8/layout/chart3"/>
    <dgm:cxn modelId="{8619327A-88AA-794D-B03A-E2827AFBD2DB}" type="presOf" srcId="{035D0CED-A12F-4A63-93C9-57A249CDC7F4}" destId="{2D86380E-B0A1-7F41-A75D-42E0A659918A}" srcOrd="0" destOrd="0" presId="urn:microsoft.com/office/officeart/2005/8/layout/chart3"/>
    <dgm:cxn modelId="{2F35AA8E-E116-7148-BF0A-4C572CDF9773}" type="presOf" srcId="{9FAD9D13-7FF3-489C-8CAC-C206B9C527FB}" destId="{2FBBF2BB-7546-BD47-8275-EABD71F813AE}" srcOrd="0" destOrd="0" presId="urn:microsoft.com/office/officeart/2005/8/layout/chart3"/>
    <dgm:cxn modelId="{CDCAB0B6-450F-FB46-9391-D3861C94CE8A}" type="presOf" srcId="{2CA840FB-8EDC-4277-918A-82D5892A7EE3}" destId="{9EAD3E93-2C8E-5447-9E87-BDAF0E19BC5D}" srcOrd="0" destOrd="0" presId="urn:microsoft.com/office/officeart/2005/8/layout/chart3"/>
    <dgm:cxn modelId="{A74757D1-1370-2443-9054-E9DF174BF4A9}" type="presOf" srcId="{32EC42BC-9576-46B0-BDD0-9C78116048EE}" destId="{D4A7DD01-633F-114C-8075-35F8A56589FD}" srcOrd="1" destOrd="0" presId="urn:microsoft.com/office/officeart/2005/8/layout/chart3"/>
    <dgm:cxn modelId="{32F4F4DD-12E4-E444-BD94-DC8DFB932C0C}" type="presOf" srcId="{28E7CCE9-23B1-4630-986C-7357AAE1C885}" destId="{287EE9DA-20DA-454A-8071-FF542C42E38A}" srcOrd="0" destOrd="0" presId="urn:microsoft.com/office/officeart/2005/8/layout/chart3"/>
    <dgm:cxn modelId="{D34481EC-A593-F24D-98ED-1C6F07EBB7BF}" type="presOf" srcId="{2CA840FB-8EDC-4277-918A-82D5892A7EE3}" destId="{2F64C516-8055-9740-9789-94BF95757763}" srcOrd="1" destOrd="0" presId="urn:microsoft.com/office/officeart/2005/8/layout/chart3"/>
    <dgm:cxn modelId="{468E547C-3C4E-D049-B19B-A99BD3758B7B}" type="presParOf" srcId="{2FBBF2BB-7546-BD47-8275-EABD71F813AE}" destId="{9EAD3E93-2C8E-5447-9E87-BDAF0E19BC5D}" srcOrd="0" destOrd="0" presId="urn:microsoft.com/office/officeart/2005/8/layout/chart3"/>
    <dgm:cxn modelId="{A720D473-3DAB-E047-AB84-8B8704786760}" type="presParOf" srcId="{2FBBF2BB-7546-BD47-8275-EABD71F813AE}" destId="{2F64C516-8055-9740-9789-94BF95757763}" srcOrd="1" destOrd="0" presId="urn:microsoft.com/office/officeart/2005/8/layout/chart3"/>
    <dgm:cxn modelId="{30414E14-5D91-854F-A3E5-0041A9295AE8}" type="presParOf" srcId="{2FBBF2BB-7546-BD47-8275-EABD71F813AE}" destId="{287EE9DA-20DA-454A-8071-FF542C42E38A}" srcOrd="2" destOrd="0" presId="urn:microsoft.com/office/officeart/2005/8/layout/chart3"/>
    <dgm:cxn modelId="{320D89F0-C16F-EC4E-9065-9FF0A970DAA5}" type="presParOf" srcId="{2FBBF2BB-7546-BD47-8275-EABD71F813AE}" destId="{F856E4C5-33E5-E642-AD6C-3FAE05190117}" srcOrd="3" destOrd="0" presId="urn:microsoft.com/office/officeart/2005/8/layout/chart3"/>
    <dgm:cxn modelId="{9D01C5E3-8DCD-504B-BC5A-85BB0DA3DB6A}" type="presParOf" srcId="{2FBBF2BB-7546-BD47-8275-EABD71F813AE}" destId="{2D86380E-B0A1-7F41-A75D-42E0A659918A}" srcOrd="4" destOrd="0" presId="urn:microsoft.com/office/officeart/2005/8/layout/chart3"/>
    <dgm:cxn modelId="{3EE288B9-4ABC-F845-8BAD-F9DAC0A4693C}" type="presParOf" srcId="{2FBBF2BB-7546-BD47-8275-EABD71F813AE}" destId="{DD015AB7-2657-B24E-BAE9-C6AB7E2EF699}" srcOrd="5" destOrd="0" presId="urn:microsoft.com/office/officeart/2005/8/layout/chart3"/>
    <dgm:cxn modelId="{4EF9D755-F22B-6444-8C32-2AC0939B02DB}" type="presParOf" srcId="{2FBBF2BB-7546-BD47-8275-EABD71F813AE}" destId="{54955ACE-99F5-4E4A-B439-09089BBBD292}" srcOrd="6" destOrd="0" presId="urn:microsoft.com/office/officeart/2005/8/layout/chart3"/>
    <dgm:cxn modelId="{612CD691-3354-554C-BE8D-5AC3AD3593F4}" type="presParOf" srcId="{2FBBF2BB-7546-BD47-8275-EABD71F813AE}" destId="{D4A7DD01-633F-114C-8075-35F8A56589FD}" srcOrd="7" destOrd="0" presId="urn:microsoft.com/office/officeart/2005/8/layout/chart3"/>
    <dgm:cxn modelId="{51578901-F570-9B44-B5E1-C8768D6866E7}" type="presParOf" srcId="{2FBBF2BB-7546-BD47-8275-EABD71F813AE}" destId="{D655CBCF-FF75-B146-89D3-DC955385DDC2}" srcOrd="8" destOrd="0" presId="urn:microsoft.com/office/officeart/2005/8/layout/chart3"/>
    <dgm:cxn modelId="{F70B3BA9-08E6-3C4A-8EF2-32F6DC75777B}" type="presParOf" srcId="{2FBBF2BB-7546-BD47-8275-EABD71F813AE}" destId="{38AD3E46-8128-B34A-A270-3A858C1B5394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FAD9D13-7FF3-489C-8CAC-C206B9C527FB}" type="doc">
      <dgm:prSet loTypeId="urn:microsoft.com/office/officeart/2005/8/layout/chart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A840FB-8EDC-4277-918A-82D5892A7EE3}">
      <dgm:prSet custT="1"/>
      <dgm:spPr>
        <a:solidFill>
          <a:srgbClr val="FF0000"/>
        </a:solidFill>
      </dgm:spPr>
      <dgm:t>
        <a:bodyPr/>
        <a:lstStyle/>
        <a:p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Factores de riesgo: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71CE0AD-121F-4849-872D-8516D3125922}" type="parTrans" cxnId="{D2379542-4FE9-4711-9335-C7602B56FF3B}">
      <dgm:prSet/>
      <dgm:spPr/>
      <dgm:t>
        <a:bodyPr/>
        <a:lstStyle/>
        <a:p>
          <a:endParaRPr lang="en-US"/>
        </a:p>
      </dgm:t>
    </dgm:pt>
    <dgm:pt modelId="{8B0F2C83-C5F2-4F19-B8BD-439CAE2FADE8}" type="sibTrans" cxnId="{D2379542-4FE9-4711-9335-C7602B56FF3B}">
      <dgm:prSet/>
      <dgm:spPr/>
      <dgm:t>
        <a:bodyPr/>
        <a:lstStyle/>
        <a:p>
          <a:endParaRPr lang="en-US"/>
        </a:p>
      </dgm:t>
    </dgm:pt>
    <dgm:pt modelId="{035D0CED-A12F-4A63-93C9-57A249CDC7F4}">
      <dgm:prSet custT="1"/>
      <dgm:spPr/>
      <dgm:t>
        <a:bodyPr/>
        <a:lstStyle/>
        <a:p>
          <a:r>
            <a:rPr lang="es-ES" sz="1600" dirty="0">
              <a:latin typeface="Arial" panose="020B0604020202020204" pitchFamily="34" charset="0"/>
              <a:cs typeface="Arial" panose="020B0604020202020204" pitchFamily="34" charset="0"/>
            </a:rPr>
            <a:t>Reservar con mucha antelación una habitación muy cara</a:t>
          </a:r>
          <a:endParaRPr lang="en-US" sz="16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D8CEB75-1141-4762-A1E2-6575D47D48B9}" type="parTrans" cxnId="{68B5D81D-CB8B-4AAE-B394-89AD408F11BD}">
      <dgm:prSet/>
      <dgm:spPr/>
      <dgm:t>
        <a:bodyPr/>
        <a:lstStyle/>
        <a:p>
          <a:endParaRPr lang="en-US"/>
        </a:p>
      </dgm:t>
    </dgm:pt>
    <dgm:pt modelId="{84E460A4-6CA5-4E38-81F5-D588C376AE09}" type="sibTrans" cxnId="{68B5D81D-CB8B-4AAE-B394-89AD408F11BD}">
      <dgm:prSet/>
      <dgm:spPr/>
      <dgm:t>
        <a:bodyPr/>
        <a:lstStyle/>
        <a:p>
          <a:endParaRPr lang="en-US"/>
        </a:p>
      </dgm:t>
    </dgm:pt>
    <dgm:pt modelId="{32EC42BC-9576-46B0-BDD0-9C78116048EE}">
      <dgm:prSet custT="1"/>
      <dgm:spPr>
        <a:solidFill>
          <a:schemeClr val="accent1">
            <a:hueOff val="0"/>
            <a:satOff val="0"/>
            <a:lumOff val="0"/>
            <a:alpha val="80000"/>
          </a:schemeClr>
        </a:solidFill>
      </dgm:spPr>
      <dgm:t>
        <a:bodyPr/>
        <a:lstStyle/>
        <a:p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Reservas online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004417A-D277-42BC-90B8-3DE57617457A}" type="parTrans" cxnId="{6855106A-E479-40AF-A400-C3C3D1DAB854}">
      <dgm:prSet/>
      <dgm:spPr/>
      <dgm:t>
        <a:bodyPr/>
        <a:lstStyle/>
        <a:p>
          <a:endParaRPr lang="en-US"/>
        </a:p>
      </dgm:t>
    </dgm:pt>
    <dgm:pt modelId="{7ECD3CEF-0673-4FEC-998D-7BE1AE004096}" type="sibTrans" cxnId="{6855106A-E479-40AF-A400-C3C3D1DAB854}">
      <dgm:prSet/>
      <dgm:spPr/>
      <dgm:t>
        <a:bodyPr/>
        <a:lstStyle/>
        <a:p>
          <a:endParaRPr lang="en-US"/>
        </a:p>
      </dgm:t>
    </dgm:pt>
    <dgm:pt modelId="{28E7CCE9-23B1-4630-986C-7357AAE1C885}">
      <dgm:prSet custT="1"/>
      <dgm:spPr>
        <a:solidFill>
          <a:schemeClr val="accent1">
            <a:hueOff val="0"/>
            <a:satOff val="0"/>
            <a:lumOff val="0"/>
            <a:alpha val="70000"/>
          </a:schemeClr>
        </a:solidFill>
      </dgm:spPr>
      <dgm:t>
        <a:bodyPr/>
        <a:lstStyle/>
        <a:p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Reservas para fines de semana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DD66E7-C641-4094-A64B-F4603C0B4C95}" type="parTrans" cxnId="{A68B8608-3625-475C-B542-E07E1CD75C70}">
      <dgm:prSet/>
      <dgm:spPr/>
      <dgm:t>
        <a:bodyPr/>
        <a:lstStyle/>
        <a:p>
          <a:endParaRPr lang="en-US"/>
        </a:p>
      </dgm:t>
    </dgm:pt>
    <dgm:pt modelId="{A50E8FA8-5142-481A-8552-9E2EF41E5D15}" type="sibTrans" cxnId="{A68B8608-3625-475C-B542-E07E1CD75C70}">
      <dgm:prSet/>
      <dgm:spPr/>
      <dgm:t>
        <a:bodyPr/>
        <a:lstStyle/>
        <a:p>
          <a:endParaRPr lang="en-US"/>
        </a:p>
      </dgm:t>
    </dgm:pt>
    <dgm:pt modelId="{6F38F42F-BE37-2741-88D1-600AB652DE13}">
      <dgm:prSet custT="1"/>
      <dgm:spPr>
        <a:solidFill>
          <a:schemeClr val="accent1">
            <a:hueOff val="0"/>
            <a:satOff val="0"/>
            <a:lumOff val="0"/>
            <a:alpha val="90000"/>
          </a:schemeClr>
        </a:solidFill>
      </dgm:spPr>
      <dgm:t>
        <a:bodyPr/>
        <a:lstStyle/>
        <a:p>
          <a:r>
            <a:rPr lang="es-ES" sz="1800" dirty="0"/>
            <a:t>Clientes repetidores con mucha antelación</a:t>
          </a:r>
        </a:p>
      </dgm:t>
    </dgm:pt>
    <dgm:pt modelId="{23F74FF7-F394-694F-9608-CBBC7D5D4150}" type="parTrans" cxnId="{66DAFE7D-EDEC-7E47-8445-EA00C579D31C}">
      <dgm:prSet/>
      <dgm:spPr/>
      <dgm:t>
        <a:bodyPr/>
        <a:lstStyle/>
        <a:p>
          <a:endParaRPr lang="es-ES"/>
        </a:p>
      </dgm:t>
    </dgm:pt>
    <dgm:pt modelId="{6DCB0AF9-1A77-604F-8030-7088FC418231}" type="sibTrans" cxnId="{66DAFE7D-EDEC-7E47-8445-EA00C579D31C}">
      <dgm:prSet/>
      <dgm:spPr/>
      <dgm:t>
        <a:bodyPr/>
        <a:lstStyle/>
        <a:p>
          <a:endParaRPr lang="es-ES"/>
        </a:p>
      </dgm:t>
    </dgm:pt>
    <dgm:pt modelId="{2FBBF2BB-7546-BD47-8275-EABD71F813AE}" type="pres">
      <dgm:prSet presAssocID="{9FAD9D13-7FF3-489C-8CAC-C206B9C527FB}" presName="compositeShape" presStyleCnt="0">
        <dgm:presLayoutVars>
          <dgm:chMax val="7"/>
          <dgm:dir/>
          <dgm:resizeHandles val="exact"/>
        </dgm:presLayoutVars>
      </dgm:prSet>
      <dgm:spPr/>
    </dgm:pt>
    <dgm:pt modelId="{9EAD3E93-2C8E-5447-9E87-BDAF0E19BC5D}" type="pres">
      <dgm:prSet presAssocID="{9FAD9D13-7FF3-489C-8CAC-C206B9C527FB}" presName="wedge1" presStyleLbl="node1" presStyleIdx="0" presStyleCnt="5"/>
      <dgm:spPr/>
    </dgm:pt>
    <dgm:pt modelId="{2F64C516-8055-9740-9789-94BF95757763}" type="pres">
      <dgm:prSet presAssocID="{9FAD9D13-7FF3-489C-8CAC-C206B9C527FB}" presName="wedge1Tx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287EE9DA-20DA-454A-8071-FF542C42E38A}" type="pres">
      <dgm:prSet presAssocID="{9FAD9D13-7FF3-489C-8CAC-C206B9C527FB}" presName="wedge2" presStyleLbl="node1" presStyleIdx="1" presStyleCnt="5"/>
      <dgm:spPr/>
    </dgm:pt>
    <dgm:pt modelId="{F856E4C5-33E5-E642-AD6C-3FAE05190117}" type="pres">
      <dgm:prSet presAssocID="{9FAD9D13-7FF3-489C-8CAC-C206B9C527FB}" presName="wedge2Tx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30AD9758-BE31-A04B-B494-4BA0DB415572}" type="pres">
      <dgm:prSet presAssocID="{9FAD9D13-7FF3-489C-8CAC-C206B9C527FB}" presName="wedge3" presStyleLbl="node1" presStyleIdx="2" presStyleCnt="5"/>
      <dgm:spPr/>
    </dgm:pt>
    <dgm:pt modelId="{BB37B0A9-B6EE-C744-B86E-EF781A70FCD4}" type="pres">
      <dgm:prSet presAssocID="{9FAD9D13-7FF3-489C-8CAC-C206B9C527FB}" presName="wedge3Tx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92C5A3B2-DE4C-E34B-9162-1962B2EF883F}" type="pres">
      <dgm:prSet presAssocID="{9FAD9D13-7FF3-489C-8CAC-C206B9C527FB}" presName="wedge4" presStyleLbl="node1" presStyleIdx="3" presStyleCnt="5"/>
      <dgm:spPr/>
    </dgm:pt>
    <dgm:pt modelId="{DD182085-9D67-E04A-96B4-0AA9BEC13596}" type="pres">
      <dgm:prSet presAssocID="{9FAD9D13-7FF3-489C-8CAC-C206B9C527FB}" presName="wedge4Tx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51CB44F7-F29A-AA4F-8208-938724BD0367}" type="pres">
      <dgm:prSet presAssocID="{9FAD9D13-7FF3-489C-8CAC-C206B9C527FB}" presName="wedge5" presStyleLbl="node1" presStyleIdx="4" presStyleCnt="5"/>
      <dgm:spPr/>
    </dgm:pt>
    <dgm:pt modelId="{20726C14-9AD0-DD4E-823D-FA9524B1CF30}" type="pres">
      <dgm:prSet presAssocID="{9FAD9D13-7FF3-489C-8CAC-C206B9C527FB}" presName="wedge5Tx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DBDA2703-983D-A24A-89E0-38B41E5DA13F}" type="presOf" srcId="{32EC42BC-9576-46B0-BDD0-9C78116048EE}" destId="{BB37B0A9-B6EE-C744-B86E-EF781A70FCD4}" srcOrd="1" destOrd="0" presId="urn:microsoft.com/office/officeart/2005/8/layout/chart3"/>
    <dgm:cxn modelId="{A68B8608-3625-475C-B542-E07E1CD75C70}" srcId="{9FAD9D13-7FF3-489C-8CAC-C206B9C527FB}" destId="{28E7CCE9-23B1-4630-986C-7357AAE1C885}" srcOrd="1" destOrd="0" parTransId="{D1DD66E7-C641-4094-A64B-F4603C0B4C95}" sibTransId="{A50E8FA8-5142-481A-8552-9E2EF41E5D15}"/>
    <dgm:cxn modelId="{68B5D81D-CB8B-4AAE-B394-89AD408F11BD}" srcId="{9FAD9D13-7FF3-489C-8CAC-C206B9C527FB}" destId="{035D0CED-A12F-4A63-93C9-57A249CDC7F4}" srcOrd="4" destOrd="0" parTransId="{FD8CEB75-1141-4762-A1E2-6575D47D48B9}" sibTransId="{84E460A4-6CA5-4E38-81F5-D588C376AE09}"/>
    <dgm:cxn modelId="{C09A6E22-D8DF-0741-BE3F-8DE104A99611}" type="presOf" srcId="{28E7CCE9-23B1-4630-986C-7357AAE1C885}" destId="{287EE9DA-20DA-454A-8071-FF542C42E38A}" srcOrd="0" destOrd="0" presId="urn:microsoft.com/office/officeart/2005/8/layout/chart3"/>
    <dgm:cxn modelId="{2E558834-F000-FB4C-B99D-5F183854AD0F}" type="presOf" srcId="{035D0CED-A12F-4A63-93C9-57A249CDC7F4}" destId="{20726C14-9AD0-DD4E-823D-FA9524B1CF30}" srcOrd="1" destOrd="0" presId="urn:microsoft.com/office/officeart/2005/8/layout/chart3"/>
    <dgm:cxn modelId="{D2379542-4FE9-4711-9335-C7602B56FF3B}" srcId="{9FAD9D13-7FF3-489C-8CAC-C206B9C527FB}" destId="{2CA840FB-8EDC-4277-918A-82D5892A7EE3}" srcOrd="0" destOrd="0" parTransId="{D71CE0AD-121F-4849-872D-8516D3125922}" sibTransId="{8B0F2C83-C5F2-4F19-B8BD-439CAE2FADE8}"/>
    <dgm:cxn modelId="{6855106A-E479-40AF-A400-C3C3D1DAB854}" srcId="{9FAD9D13-7FF3-489C-8CAC-C206B9C527FB}" destId="{32EC42BC-9576-46B0-BDD0-9C78116048EE}" srcOrd="2" destOrd="0" parTransId="{6004417A-D277-42BC-90B8-3DE57617457A}" sibTransId="{7ECD3CEF-0673-4FEC-998D-7BE1AE004096}"/>
    <dgm:cxn modelId="{6B85B778-8FAE-F94C-895B-D619BA47826F}" type="presOf" srcId="{32EC42BC-9576-46B0-BDD0-9C78116048EE}" destId="{30AD9758-BE31-A04B-B494-4BA0DB415572}" srcOrd="0" destOrd="0" presId="urn:microsoft.com/office/officeart/2005/8/layout/chart3"/>
    <dgm:cxn modelId="{924CA07D-C607-F844-894B-BEE65C79AE16}" type="presOf" srcId="{2CA840FB-8EDC-4277-918A-82D5892A7EE3}" destId="{9EAD3E93-2C8E-5447-9E87-BDAF0E19BC5D}" srcOrd="0" destOrd="0" presId="urn:microsoft.com/office/officeart/2005/8/layout/chart3"/>
    <dgm:cxn modelId="{66DAFE7D-EDEC-7E47-8445-EA00C579D31C}" srcId="{9FAD9D13-7FF3-489C-8CAC-C206B9C527FB}" destId="{6F38F42F-BE37-2741-88D1-600AB652DE13}" srcOrd="3" destOrd="0" parTransId="{23F74FF7-F394-694F-9608-CBBC7D5D4150}" sibTransId="{6DCB0AF9-1A77-604F-8030-7088FC418231}"/>
    <dgm:cxn modelId="{4279B380-E024-9D44-BBF9-37D040A328B1}" type="presOf" srcId="{035D0CED-A12F-4A63-93C9-57A249CDC7F4}" destId="{51CB44F7-F29A-AA4F-8208-938724BD0367}" srcOrd="0" destOrd="0" presId="urn:microsoft.com/office/officeart/2005/8/layout/chart3"/>
    <dgm:cxn modelId="{2F35AA8E-E116-7148-BF0A-4C572CDF9773}" type="presOf" srcId="{9FAD9D13-7FF3-489C-8CAC-C206B9C527FB}" destId="{2FBBF2BB-7546-BD47-8275-EABD71F813AE}" srcOrd="0" destOrd="0" presId="urn:microsoft.com/office/officeart/2005/8/layout/chart3"/>
    <dgm:cxn modelId="{18D435AE-25D3-9D41-9907-C6E386EEB958}" type="presOf" srcId="{2CA840FB-8EDC-4277-918A-82D5892A7EE3}" destId="{2F64C516-8055-9740-9789-94BF95757763}" srcOrd="1" destOrd="0" presId="urn:microsoft.com/office/officeart/2005/8/layout/chart3"/>
    <dgm:cxn modelId="{625492D7-5178-0640-86F1-71E6A4DB50AB}" type="presOf" srcId="{6F38F42F-BE37-2741-88D1-600AB652DE13}" destId="{DD182085-9D67-E04A-96B4-0AA9BEC13596}" srcOrd="1" destOrd="0" presId="urn:microsoft.com/office/officeart/2005/8/layout/chart3"/>
    <dgm:cxn modelId="{686AF4DF-AF91-E144-B9AB-E22219359CD0}" type="presOf" srcId="{6F38F42F-BE37-2741-88D1-600AB652DE13}" destId="{92C5A3B2-DE4C-E34B-9162-1962B2EF883F}" srcOrd="0" destOrd="0" presId="urn:microsoft.com/office/officeart/2005/8/layout/chart3"/>
    <dgm:cxn modelId="{7C99EAE5-D125-2945-AE8A-6B50D057BA5C}" type="presOf" srcId="{28E7CCE9-23B1-4630-986C-7357AAE1C885}" destId="{F856E4C5-33E5-E642-AD6C-3FAE05190117}" srcOrd="1" destOrd="0" presId="urn:microsoft.com/office/officeart/2005/8/layout/chart3"/>
    <dgm:cxn modelId="{03DD7E30-A499-7947-ACF6-FF8513A74ED9}" type="presParOf" srcId="{2FBBF2BB-7546-BD47-8275-EABD71F813AE}" destId="{9EAD3E93-2C8E-5447-9E87-BDAF0E19BC5D}" srcOrd="0" destOrd="0" presId="urn:microsoft.com/office/officeart/2005/8/layout/chart3"/>
    <dgm:cxn modelId="{24E788D8-EC93-884C-AAC3-1363A492F83C}" type="presParOf" srcId="{2FBBF2BB-7546-BD47-8275-EABD71F813AE}" destId="{2F64C516-8055-9740-9789-94BF95757763}" srcOrd="1" destOrd="0" presId="urn:microsoft.com/office/officeart/2005/8/layout/chart3"/>
    <dgm:cxn modelId="{602C70FE-A055-9543-B85B-8442F85D62E7}" type="presParOf" srcId="{2FBBF2BB-7546-BD47-8275-EABD71F813AE}" destId="{287EE9DA-20DA-454A-8071-FF542C42E38A}" srcOrd="2" destOrd="0" presId="urn:microsoft.com/office/officeart/2005/8/layout/chart3"/>
    <dgm:cxn modelId="{7C2E03CE-CEA0-D043-A887-EF0BFB949315}" type="presParOf" srcId="{2FBBF2BB-7546-BD47-8275-EABD71F813AE}" destId="{F856E4C5-33E5-E642-AD6C-3FAE05190117}" srcOrd="3" destOrd="0" presId="urn:microsoft.com/office/officeart/2005/8/layout/chart3"/>
    <dgm:cxn modelId="{0788F140-035F-404B-AAC2-F1B0A69D4174}" type="presParOf" srcId="{2FBBF2BB-7546-BD47-8275-EABD71F813AE}" destId="{30AD9758-BE31-A04B-B494-4BA0DB415572}" srcOrd="4" destOrd="0" presId="urn:microsoft.com/office/officeart/2005/8/layout/chart3"/>
    <dgm:cxn modelId="{51F7A172-278F-504F-8B3F-F8610C9BBF59}" type="presParOf" srcId="{2FBBF2BB-7546-BD47-8275-EABD71F813AE}" destId="{BB37B0A9-B6EE-C744-B86E-EF781A70FCD4}" srcOrd="5" destOrd="0" presId="urn:microsoft.com/office/officeart/2005/8/layout/chart3"/>
    <dgm:cxn modelId="{23B8D809-012F-7B44-8BA6-DB6BB100F170}" type="presParOf" srcId="{2FBBF2BB-7546-BD47-8275-EABD71F813AE}" destId="{92C5A3B2-DE4C-E34B-9162-1962B2EF883F}" srcOrd="6" destOrd="0" presId="urn:microsoft.com/office/officeart/2005/8/layout/chart3"/>
    <dgm:cxn modelId="{A9834584-2D04-8F4B-92F6-66C6162DE500}" type="presParOf" srcId="{2FBBF2BB-7546-BD47-8275-EABD71F813AE}" destId="{DD182085-9D67-E04A-96B4-0AA9BEC13596}" srcOrd="7" destOrd="0" presId="urn:microsoft.com/office/officeart/2005/8/layout/chart3"/>
    <dgm:cxn modelId="{39379E78-555F-DB4F-A90F-A87CF87BA64F}" type="presParOf" srcId="{2FBBF2BB-7546-BD47-8275-EABD71F813AE}" destId="{51CB44F7-F29A-AA4F-8208-938724BD0367}" srcOrd="8" destOrd="0" presId="urn:microsoft.com/office/officeart/2005/8/layout/chart3"/>
    <dgm:cxn modelId="{C164C178-2C99-9446-B20E-308E5DEA6058}" type="presParOf" srcId="{2FBBF2BB-7546-BD47-8275-EABD71F813AE}" destId="{20726C14-9AD0-DD4E-823D-FA9524B1CF30}" srcOrd="9" destOrd="0" presId="urn:microsoft.com/office/officeart/2005/8/layout/chart3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909B972-7291-4BF3-B033-A6A7EFE7655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459E022-4882-4577-8CF1-B282AF669601}">
      <dgm:prSet custT="1"/>
      <dgm:spPr/>
      <dgm:t>
        <a:bodyPr anchor="ctr"/>
        <a:lstStyle/>
        <a:p>
          <a:pPr algn="l"/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Hemos desarrollado un </a:t>
          </a:r>
          <a:r>
            <a:rPr lang="es-ES" sz="1800" b="1" dirty="0">
              <a:latin typeface="Arial" panose="020B0604020202020204" pitchFamily="34" charset="0"/>
              <a:cs typeface="Arial" panose="020B0604020202020204" pitchFamily="34" charset="0"/>
            </a:rPr>
            <a:t>modelo capaz de adaptarse </a:t>
          </a:r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al comportamiento real del cliente.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5651DD6-B62E-45DB-9536-BBB4D2B42C73}" type="parTrans" cxnId="{59611720-F2E3-4E1B-9C4E-A4F0D97F7523}">
      <dgm:prSet/>
      <dgm:spPr/>
      <dgm:t>
        <a:bodyPr/>
        <a:lstStyle/>
        <a:p>
          <a:endParaRPr lang="en-US" sz="1800"/>
        </a:p>
      </dgm:t>
    </dgm:pt>
    <dgm:pt modelId="{B17300E1-6B04-4E59-B0C9-106EE4B83920}" type="sibTrans" cxnId="{59611720-F2E3-4E1B-9C4E-A4F0D97F7523}">
      <dgm:prSet/>
      <dgm:spPr/>
      <dgm:t>
        <a:bodyPr/>
        <a:lstStyle/>
        <a:p>
          <a:endParaRPr lang="en-US" sz="1800"/>
        </a:p>
      </dgm:t>
    </dgm:pt>
    <dgm:pt modelId="{90B15E88-7129-4DF4-9463-FFA51D7F9D8D}">
      <dgm:prSet custT="1"/>
      <dgm:spPr/>
      <dgm:t>
        <a:bodyPr anchor="ctr"/>
        <a:lstStyle/>
        <a:p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Ajustamos el umbral de decisión al 70% para </a:t>
          </a:r>
          <a:r>
            <a:rPr lang="es-ES" sz="1800" b="1" dirty="0">
              <a:latin typeface="Arial" panose="020B0604020202020204" pitchFamily="34" charset="0"/>
              <a:cs typeface="Arial" panose="020B0604020202020204" pitchFamily="34" charset="0"/>
            </a:rPr>
            <a:t>minimizar los falsos positivos</a:t>
          </a:r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, priorizando en todo momento la reputación y el servicio del hotel.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FE920B-B3BF-465D-8E1A-B68B9CBF39CD}" type="parTrans" cxnId="{EEE1B13D-C136-44FA-A8BF-A14BBD7E06D7}">
      <dgm:prSet/>
      <dgm:spPr/>
      <dgm:t>
        <a:bodyPr/>
        <a:lstStyle/>
        <a:p>
          <a:endParaRPr lang="en-US" sz="1800"/>
        </a:p>
      </dgm:t>
    </dgm:pt>
    <dgm:pt modelId="{552DBA12-25AC-4B9E-80E9-34545C38259C}" type="sibTrans" cxnId="{EEE1B13D-C136-44FA-A8BF-A14BBD7E06D7}">
      <dgm:prSet/>
      <dgm:spPr/>
      <dgm:t>
        <a:bodyPr/>
        <a:lstStyle/>
        <a:p>
          <a:endParaRPr lang="en-US" sz="1800"/>
        </a:p>
      </dgm:t>
    </dgm:pt>
    <dgm:pt modelId="{60D1A811-8252-4136-9A7D-F866BC3A9F42}">
      <dgm:prSet custT="1"/>
      <dgm:spPr/>
      <dgm:t>
        <a:bodyPr anchor="ctr"/>
        <a:lstStyle/>
        <a:p>
          <a:r>
            <a:rPr lang="es-ES" sz="1800" b="1" dirty="0">
              <a:latin typeface="Arial" panose="020B0604020202020204" pitchFamily="34" charset="0"/>
              <a:cs typeface="Arial" panose="020B0604020202020204" pitchFamily="34" charset="0"/>
            </a:rPr>
            <a:t>Estrategias de overbooking</a:t>
          </a:r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: Compensamos esta precaución utilizando nuestra estimación de falsos negativos. Esto nos permite calcular estadísticamente cuántas habitaciones extra podemos vender de forma segura para maximizar la ocupación.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294410-E37C-40B5-8D2A-0CB76690B7C9}" type="parTrans" cxnId="{7A651FFC-1E43-4274-82BD-C0C0D529D316}">
      <dgm:prSet/>
      <dgm:spPr/>
      <dgm:t>
        <a:bodyPr/>
        <a:lstStyle/>
        <a:p>
          <a:endParaRPr lang="en-US" sz="1800"/>
        </a:p>
      </dgm:t>
    </dgm:pt>
    <dgm:pt modelId="{F7775155-B22F-4122-9323-2712379F9070}" type="sibTrans" cxnId="{7A651FFC-1E43-4274-82BD-C0C0D529D316}">
      <dgm:prSet/>
      <dgm:spPr/>
      <dgm:t>
        <a:bodyPr/>
        <a:lstStyle/>
        <a:p>
          <a:endParaRPr lang="en-US" sz="1800"/>
        </a:p>
      </dgm:t>
    </dgm:pt>
    <dgm:pt modelId="{81592C03-8EC5-4ED3-B521-D39A32AF2DB1}">
      <dgm:prSet custT="1"/>
      <dgm:spPr/>
      <dgm:t>
        <a:bodyPr anchor="ctr"/>
        <a:lstStyle/>
        <a:p>
          <a:r>
            <a:rPr lang="es-ES" sz="1800" b="1" dirty="0">
              <a:latin typeface="Arial" panose="020B0604020202020204" pitchFamily="34" charset="0"/>
              <a:cs typeface="Arial" panose="020B0604020202020204" pitchFamily="34" charset="0"/>
            </a:rPr>
            <a:t>Aplicar políticas de reserva</a:t>
          </a:r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 más controladas en el Canal Online.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F5B7C5-385B-4A81-985B-2AA005F74FB6}" type="parTrans" cxnId="{6C014E53-F744-4A93-B1B1-063706EA5C93}">
      <dgm:prSet/>
      <dgm:spPr/>
      <dgm:t>
        <a:bodyPr/>
        <a:lstStyle/>
        <a:p>
          <a:endParaRPr lang="en-US" sz="1800"/>
        </a:p>
      </dgm:t>
    </dgm:pt>
    <dgm:pt modelId="{BB11BE28-AC73-4C21-9B4A-DCA74958F2AE}" type="sibTrans" cxnId="{6C014E53-F744-4A93-B1B1-063706EA5C93}">
      <dgm:prSet/>
      <dgm:spPr/>
      <dgm:t>
        <a:bodyPr/>
        <a:lstStyle/>
        <a:p>
          <a:endParaRPr lang="en-US" sz="1800"/>
        </a:p>
      </dgm:t>
    </dgm:pt>
    <dgm:pt modelId="{51A6AA52-41EC-46D0-871A-EAD3F09322F1}">
      <dgm:prSet custT="1"/>
      <dgm:spPr/>
      <dgm:t>
        <a:bodyPr/>
        <a:lstStyle/>
        <a:p>
          <a:r>
            <a:rPr lang="es-ES" sz="1800" dirty="0">
              <a:latin typeface="Arial" panose="020B0604020202020204" pitchFamily="34" charset="0"/>
              <a:cs typeface="Arial" panose="020B0604020202020204" pitchFamily="34" charset="0"/>
            </a:rPr>
            <a:t>Crear campañas dinámicas basadas en el nivel de riesgo. Mandar un cuestionario de personalización a aquellas reservas que veamos en riesgo.</a:t>
          </a:r>
          <a:endParaRPr lang="en-US" sz="18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B6E42F0-92E7-4485-BF4F-980C821E091F}" type="parTrans" cxnId="{C352EE56-80FB-4D30-8D45-AA772C1076A2}">
      <dgm:prSet/>
      <dgm:spPr/>
      <dgm:t>
        <a:bodyPr/>
        <a:lstStyle/>
        <a:p>
          <a:endParaRPr lang="es-ES"/>
        </a:p>
      </dgm:t>
    </dgm:pt>
    <dgm:pt modelId="{8CD51686-D27F-46D0-A7F6-A5F54CE340FE}" type="sibTrans" cxnId="{C352EE56-80FB-4D30-8D45-AA772C1076A2}">
      <dgm:prSet/>
      <dgm:spPr/>
      <dgm:t>
        <a:bodyPr/>
        <a:lstStyle/>
        <a:p>
          <a:endParaRPr lang="es-ES"/>
        </a:p>
      </dgm:t>
    </dgm:pt>
    <dgm:pt modelId="{583313E2-9D92-944A-9E2F-95EBA4E09D88}" type="pres">
      <dgm:prSet presAssocID="{1909B972-7291-4BF3-B033-A6A7EFE76558}" presName="vert0" presStyleCnt="0">
        <dgm:presLayoutVars>
          <dgm:dir/>
          <dgm:animOne val="branch"/>
          <dgm:animLvl val="lvl"/>
        </dgm:presLayoutVars>
      </dgm:prSet>
      <dgm:spPr/>
    </dgm:pt>
    <dgm:pt modelId="{E504F90E-BCD2-184A-B7DB-6886CAEC1873}" type="pres">
      <dgm:prSet presAssocID="{E459E022-4882-4577-8CF1-B282AF669601}" presName="thickLine" presStyleLbl="alignNode1" presStyleIdx="0" presStyleCnt="5"/>
      <dgm:spPr/>
    </dgm:pt>
    <dgm:pt modelId="{4D6ECD5F-1562-DA41-A591-1CD513C6B5BE}" type="pres">
      <dgm:prSet presAssocID="{E459E022-4882-4577-8CF1-B282AF669601}" presName="horz1" presStyleCnt="0"/>
      <dgm:spPr/>
    </dgm:pt>
    <dgm:pt modelId="{789EAB82-4A97-914A-8BB2-37849D11CF9E}" type="pres">
      <dgm:prSet presAssocID="{E459E022-4882-4577-8CF1-B282AF669601}" presName="tx1" presStyleLbl="revTx" presStyleIdx="0" presStyleCnt="5"/>
      <dgm:spPr/>
    </dgm:pt>
    <dgm:pt modelId="{0C17F1DA-FA50-D544-BB4C-6B31483B9184}" type="pres">
      <dgm:prSet presAssocID="{E459E022-4882-4577-8CF1-B282AF669601}" presName="vert1" presStyleCnt="0"/>
      <dgm:spPr/>
    </dgm:pt>
    <dgm:pt modelId="{C5AC4FC1-D184-DC45-92A5-1F674BEB65F5}" type="pres">
      <dgm:prSet presAssocID="{90B15E88-7129-4DF4-9463-FFA51D7F9D8D}" presName="thickLine" presStyleLbl="alignNode1" presStyleIdx="1" presStyleCnt="5"/>
      <dgm:spPr/>
    </dgm:pt>
    <dgm:pt modelId="{7897D7C8-B8BE-B54D-A69D-C7A36EAE6C73}" type="pres">
      <dgm:prSet presAssocID="{90B15E88-7129-4DF4-9463-FFA51D7F9D8D}" presName="horz1" presStyleCnt="0"/>
      <dgm:spPr/>
    </dgm:pt>
    <dgm:pt modelId="{3E0DE91A-3DB1-1A42-86E9-CF398A4886D4}" type="pres">
      <dgm:prSet presAssocID="{90B15E88-7129-4DF4-9463-FFA51D7F9D8D}" presName="tx1" presStyleLbl="revTx" presStyleIdx="1" presStyleCnt="5"/>
      <dgm:spPr/>
    </dgm:pt>
    <dgm:pt modelId="{CC0FFBA7-A0BF-164D-AA52-CA82BD0288BD}" type="pres">
      <dgm:prSet presAssocID="{90B15E88-7129-4DF4-9463-FFA51D7F9D8D}" presName="vert1" presStyleCnt="0"/>
      <dgm:spPr/>
    </dgm:pt>
    <dgm:pt modelId="{09A49DC6-1F84-0946-9B64-44BDDDAA6B07}" type="pres">
      <dgm:prSet presAssocID="{60D1A811-8252-4136-9A7D-F866BC3A9F42}" presName="thickLine" presStyleLbl="alignNode1" presStyleIdx="2" presStyleCnt="5"/>
      <dgm:spPr/>
    </dgm:pt>
    <dgm:pt modelId="{5B0FF1FF-F96A-0C43-B11C-85485783E083}" type="pres">
      <dgm:prSet presAssocID="{60D1A811-8252-4136-9A7D-F866BC3A9F42}" presName="horz1" presStyleCnt="0"/>
      <dgm:spPr/>
    </dgm:pt>
    <dgm:pt modelId="{195AE255-6B36-814D-82EF-19D0A69988D4}" type="pres">
      <dgm:prSet presAssocID="{60D1A811-8252-4136-9A7D-F866BC3A9F42}" presName="tx1" presStyleLbl="revTx" presStyleIdx="2" presStyleCnt="5"/>
      <dgm:spPr/>
    </dgm:pt>
    <dgm:pt modelId="{7BADE4FB-A550-8745-A181-2EBCF05C6C3B}" type="pres">
      <dgm:prSet presAssocID="{60D1A811-8252-4136-9A7D-F866BC3A9F42}" presName="vert1" presStyleCnt="0"/>
      <dgm:spPr/>
    </dgm:pt>
    <dgm:pt modelId="{58B0EB88-D266-3346-83A0-CC11D32CEE76}" type="pres">
      <dgm:prSet presAssocID="{81592C03-8EC5-4ED3-B521-D39A32AF2DB1}" presName="thickLine" presStyleLbl="alignNode1" presStyleIdx="3" presStyleCnt="5"/>
      <dgm:spPr/>
    </dgm:pt>
    <dgm:pt modelId="{79B99460-B74E-254B-AB07-76C8276F250F}" type="pres">
      <dgm:prSet presAssocID="{81592C03-8EC5-4ED3-B521-D39A32AF2DB1}" presName="horz1" presStyleCnt="0"/>
      <dgm:spPr/>
    </dgm:pt>
    <dgm:pt modelId="{7C1FAAF1-49A3-774E-95C0-1FFF5D4EB4AA}" type="pres">
      <dgm:prSet presAssocID="{81592C03-8EC5-4ED3-B521-D39A32AF2DB1}" presName="tx1" presStyleLbl="revTx" presStyleIdx="3" presStyleCnt="5"/>
      <dgm:spPr/>
    </dgm:pt>
    <dgm:pt modelId="{DA6B0091-9756-A74B-BB2D-DE75B3EC3661}" type="pres">
      <dgm:prSet presAssocID="{81592C03-8EC5-4ED3-B521-D39A32AF2DB1}" presName="vert1" presStyleCnt="0"/>
      <dgm:spPr/>
    </dgm:pt>
    <dgm:pt modelId="{2AE600F9-6D3F-4C65-A98C-86CB4E01CF55}" type="pres">
      <dgm:prSet presAssocID="{51A6AA52-41EC-46D0-871A-EAD3F09322F1}" presName="thickLine" presStyleLbl="alignNode1" presStyleIdx="4" presStyleCnt="5"/>
      <dgm:spPr/>
    </dgm:pt>
    <dgm:pt modelId="{D685039D-D14D-40A6-953D-33878C0EB3BF}" type="pres">
      <dgm:prSet presAssocID="{51A6AA52-41EC-46D0-871A-EAD3F09322F1}" presName="horz1" presStyleCnt="0"/>
      <dgm:spPr/>
    </dgm:pt>
    <dgm:pt modelId="{45521A43-65F3-4E7B-BD70-DB2D1E9888F7}" type="pres">
      <dgm:prSet presAssocID="{51A6AA52-41EC-46D0-871A-EAD3F09322F1}" presName="tx1" presStyleLbl="revTx" presStyleIdx="4" presStyleCnt="5"/>
      <dgm:spPr/>
    </dgm:pt>
    <dgm:pt modelId="{DF3E7492-DFD7-4F4E-8E38-776E42654C26}" type="pres">
      <dgm:prSet presAssocID="{51A6AA52-41EC-46D0-871A-EAD3F09322F1}" presName="vert1" presStyleCnt="0"/>
      <dgm:spPr/>
    </dgm:pt>
  </dgm:ptLst>
  <dgm:cxnLst>
    <dgm:cxn modelId="{59611720-F2E3-4E1B-9C4E-A4F0D97F7523}" srcId="{1909B972-7291-4BF3-B033-A6A7EFE76558}" destId="{E459E022-4882-4577-8CF1-B282AF669601}" srcOrd="0" destOrd="0" parTransId="{A5651DD6-B62E-45DB-9536-BBB4D2B42C73}" sibTransId="{B17300E1-6B04-4E59-B0C9-106EE4B83920}"/>
    <dgm:cxn modelId="{E090FD24-F8D9-4C9B-9717-DE51129952CF}" type="presOf" srcId="{51A6AA52-41EC-46D0-871A-EAD3F09322F1}" destId="{45521A43-65F3-4E7B-BD70-DB2D1E9888F7}" srcOrd="0" destOrd="0" presId="urn:microsoft.com/office/officeart/2008/layout/LinedList"/>
    <dgm:cxn modelId="{DB7D9128-4B24-4746-8B1E-73D6B704AAE2}" type="presOf" srcId="{81592C03-8EC5-4ED3-B521-D39A32AF2DB1}" destId="{7C1FAAF1-49A3-774E-95C0-1FFF5D4EB4AA}" srcOrd="0" destOrd="0" presId="urn:microsoft.com/office/officeart/2008/layout/LinedList"/>
    <dgm:cxn modelId="{C0243D2B-F7FE-43C6-B82C-DD97825FA2DA}" type="presOf" srcId="{E459E022-4882-4577-8CF1-B282AF669601}" destId="{789EAB82-4A97-914A-8BB2-37849D11CF9E}" srcOrd="0" destOrd="0" presId="urn:microsoft.com/office/officeart/2008/layout/LinedList"/>
    <dgm:cxn modelId="{EEE1B13D-C136-44FA-A8BF-A14BBD7E06D7}" srcId="{1909B972-7291-4BF3-B033-A6A7EFE76558}" destId="{90B15E88-7129-4DF4-9463-FFA51D7F9D8D}" srcOrd="1" destOrd="0" parTransId="{22FE920B-B3BF-465D-8E1A-B68B9CBF39CD}" sibTransId="{552DBA12-25AC-4B9E-80E9-34545C38259C}"/>
    <dgm:cxn modelId="{6C014E53-F744-4A93-B1B1-063706EA5C93}" srcId="{1909B972-7291-4BF3-B033-A6A7EFE76558}" destId="{81592C03-8EC5-4ED3-B521-D39A32AF2DB1}" srcOrd="3" destOrd="0" parTransId="{D5F5B7C5-385B-4A81-985B-2AA005F74FB6}" sibTransId="{BB11BE28-AC73-4C21-9B4A-DCA74958F2AE}"/>
    <dgm:cxn modelId="{C352EE56-80FB-4D30-8D45-AA772C1076A2}" srcId="{1909B972-7291-4BF3-B033-A6A7EFE76558}" destId="{51A6AA52-41EC-46D0-871A-EAD3F09322F1}" srcOrd="4" destOrd="0" parTransId="{1B6E42F0-92E7-4485-BF4F-980C821E091F}" sibTransId="{8CD51686-D27F-46D0-A7F6-A5F54CE340FE}"/>
    <dgm:cxn modelId="{E52E895D-CC5F-4900-B439-DF3E4C969CE7}" type="presOf" srcId="{60D1A811-8252-4136-9A7D-F866BC3A9F42}" destId="{195AE255-6B36-814D-82EF-19D0A69988D4}" srcOrd="0" destOrd="0" presId="urn:microsoft.com/office/officeart/2008/layout/LinedList"/>
    <dgm:cxn modelId="{A1F0E199-BB60-4B51-901B-18FED39734BA}" type="presOf" srcId="{90B15E88-7129-4DF4-9463-FFA51D7F9D8D}" destId="{3E0DE91A-3DB1-1A42-86E9-CF398A4886D4}" srcOrd="0" destOrd="0" presId="urn:microsoft.com/office/officeart/2008/layout/LinedList"/>
    <dgm:cxn modelId="{EB2793C1-FE8F-D94C-AF64-0CDA88550A0F}" type="presOf" srcId="{1909B972-7291-4BF3-B033-A6A7EFE76558}" destId="{583313E2-9D92-944A-9E2F-95EBA4E09D88}" srcOrd="0" destOrd="0" presId="urn:microsoft.com/office/officeart/2008/layout/LinedList"/>
    <dgm:cxn modelId="{7A651FFC-1E43-4274-82BD-C0C0D529D316}" srcId="{1909B972-7291-4BF3-B033-A6A7EFE76558}" destId="{60D1A811-8252-4136-9A7D-F866BC3A9F42}" srcOrd="2" destOrd="0" parTransId="{65294410-E37C-40B5-8D2A-0CB76690B7C9}" sibTransId="{F7775155-B22F-4122-9323-2712379F9070}"/>
    <dgm:cxn modelId="{9107FCAD-B2ED-44E1-A725-D51D80A3AC62}" type="presParOf" srcId="{583313E2-9D92-944A-9E2F-95EBA4E09D88}" destId="{E504F90E-BCD2-184A-B7DB-6886CAEC1873}" srcOrd="0" destOrd="0" presId="urn:microsoft.com/office/officeart/2008/layout/LinedList"/>
    <dgm:cxn modelId="{823F1460-9DE8-4D25-A8A6-AC7B050C3F0B}" type="presParOf" srcId="{583313E2-9D92-944A-9E2F-95EBA4E09D88}" destId="{4D6ECD5F-1562-DA41-A591-1CD513C6B5BE}" srcOrd="1" destOrd="0" presId="urn:microsoft.com/office/officeart/2008/layout/LinedList"/>
    <dgm:cxn modelId="{D3D33419-340D-4F0B-A33A-BDA2ADF627D4}" type="presParOf" srcId="{4D6ECD5F-1562-DA41-A591-1CD513C6B5BE}" destId="{789EAB82-4A97-914A-8BB2-37849D11CF9E}" srcOrd="0" destOrd="0" presId="urn:microsoft.com/office/officeart/2008/layout/LinedList"/>
    <dgm:cxn modelId="{9DA870B0-B7E4-4CBE-8F25-F7EF3DC4C01D}" type="presParOf" srcId="{4D6ECD5F-1562-DA41-A591-1CD513C6B5BE}" destId="{0C17F1DA-FA50-D544-BB4C-6B31483B9184}" srcOrd="1" destOrd="0" presId="urn:microsoft.com/office/officeart/2008/layout/LinedList"/>
    <dgm:cxn modelId="{E7BB2124-1145-48A2-8F20-680425924CDC}" type="presParOf" srcId="{583313E2-9D92-944A-9E2F-95EBA4E09D88}" destId="{C5AC4FC1-D184-DC45-92A5-1F674BEB65F5}" srcOrd="2" destOrd="0" presId="urn:microsoft.com/office/officeart/2008/layout/LinedList"/>
    <dgm:cxn modelId="{9E017954-BC1B-479E-90D3-100EFCA6CC2B}" type="presParOf" srcId="{583313E2-9D92-944A-9E2F-95EBA4E09D88}" destId="{7897D7C8-B8BE-B54D-A69D-C7A36EAE6C73}" srcOrd="3" destOrd="0" presId="urn:microsoft.com/office/officeart/2008/layout/LinedList"/>
    <dgm:cxn modelId="{B07EC263-DEEB-45DC-B0F6-927D9768AE10}" type="presParOf" srcId="{7897D7C8-B8BE-B54D-A69D-C7A36EAE6C73}" destId="{3E0DE91A-3DB1-1A42-86E9-CF398A4886D4}" srcOrd="0" destOrd="0" presId="urn:microsoft.com/office/officeart/2008/layout/LinedList"/>
    <dgm:cxn modelId="{E5AFA161-1D9E-4C05-B823-DC181C1B900F}" type="presParOf" srcId="{7897D7C8-B8BE-B54D-A69D-C7A36EAE6C73}" destId="{CC0FFBA7-A0BF-164D-AA52-CA82BD0288BD}" srcOrd="1" destOrd="0" presId="urn:microsoft.com/office/officeart/2008/layout/LinedList"/>
    <dgm:cxn modelId="{E2B21A23-A196-46BC-87E9-F349521B99CF}" type="presParOf" srcId="{583313E2-9D92-944A-9E2F-95EBA4E09D88}" destId="{09A49DC6-1F84-0946-9B64-44BDDDAA6B07}" srcOrd="4" destOrd="0" presId="urn:microsoft.com/office/officeart/2008/layout/LinedList"/>
    <dgm:cxn modelId="{3C8C4FCB-BA81-4B72-A905-58BB98703784}" type="presParOf" srcId="{583313E2-9D92-944A-9E2F-95EBA4E09D88}" destId="{5B0FF1FF-F96A-0C43-B11C-85485783E083}" srcOrd="5" destOrd="0" presId="urn:microsoft.com/office/officeart/2008/layout/LinedList"/>
    <dgm:cxn modelId="{ACA42E74-1C89-4DE6-A5B8-482E80B105D2}" type="presParOf" srcId="{5B0FF1FF-F96A-0C43-B11C-85485783E083}" destId="{195AE255-6B36-814D-82EF-19D0A69988D4}" srcOrd="0" destOrd="0" presId="urn:microsoft.com/office/officeart/2008/layout/LinedList"/>
    <dgm:cxn modelId="{7F99F022-5960-4267-9C06-DA7B1DFB25A3}" type="presParOf" srcId="{5B0FF1FF-F96A-0C43-B11C-85485783E083}" destId="{7BADE4FB-A550-8745-A181-2EBCF05C6C3B}" srcOrd="1" destOrd="0" presId="urn:microsoft.com/office/officeart/2008/layout/LinedList"/>
    <dgm:cxn modelId="{89BC4B7D-6F07-4827-BD3C-66C47D02F4D2}" type="presParOf" srcId="{583313E2-9D92-944A-9E2F-95EBA4E09D88}" destId="{58B0EB88-D266-3346-83A0-CC11D32CEE76}" srcOrd="6" destOrd="0" presId="urn:microsoft.com/office/officeart/2008/layout/LinedList"/>
    <dgm:cxn modelId="{5ECBF718-E348-4591-B3CD-E56906F44509}" type="presParOf" srcId="{583313E2-9D92-944A-9E2F-95EBA4E09D88}" destId="{79B99460-B74E-254B-AB07-76C8276F250F}" srcOrd="7" destOrd="0" presId="urn:microsoft.com/office/officeart/2008/layout/LinedList"/>
    <dgm:cxn modelId="{3157FD28-50C4-48E6-BDD6-5A30524BEEFF}" type="presParOf" srcId="{79B99460-B74E-254B-AB07-76C8276F250F}" destId="{7C1FAAF1-49A3-774E-95C0-1FFF5D4EB4AA}" srcOrd="0" destOrd="0" presId="urn:microsoft.com/office/officeart/2008/layout/LinedList"/>
    <dgm:cxn modelId="{FFB1F951-5D2E-4FD0-937E-D8ADB236AF94}" type="presParOf" srcId="{79B99460-B74E-254B-AB07-76C8276F250F}" destId="{DA6B0091-9756-A74B-BB2D-DE75B3EC3661}" srcOrd="1" destOrd="0" presId="urn:microsoft.com/office/officeart/2008/layout/LinedList"/>
    <dgm:cxn modelId="{85C126A0-76DF-43E0-AF50-34C535738285}" type="presParOf" srcId="{583313E2-9D92-944A-9E2F-95EBA4E09D88}" destId="{2AE600F9-6D3F-4C65-A98C-86CB4E01CF55}" srcOrd="8" destOrd="0" presId="urn:microsoft.com/office/officeart/2008/layout/LinedList"/>
    <dgm:cxn modelId="{B580BBAE-190E-45A9-BEA0-69E1F7D0196A}" type="presParOf" srcId="{583313E2-9D92-944A-9E2F-95EBA4E09D88}" destId="{D685039D-D14D-40A6-953D-33878C0EB3BF}" srcOrd="9" destOrd="0" presId="urn:microsoft.com/office/officeart/2008/layout/LinedList"/>
    <dgm:cxn modelId="{0A76EAB2-DC77-4966-9F51-97AD67238139}" type="presParOf" srcId="{D685039D-D14D-40A6-953D-33878C0EB3BF}" destId="{45521A43-65F3-4E7B-BD70-DB2D1E9888F7}" srcOrd="0" destOrd="0" presId="urn:microsoft.com/office/officeart/2008/layout/LinedList"/>
    <dgm:cxn modelId="{C9F46ACD-500D-4D15-B16E-45D6AC4170E1}" type="presParOf" srcId="{D685039D-D14D-40A6-953D-33878C0EB3BF}" destId="{DF3E7492-DFD7-4F4E-8E38-776E42654C2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7E7FD9B-3264-42CF-BDC5-3A382E6D85D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5D8D23-0C1A-40A0-850C-2FD00366D0FC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Incluir nuevas variables de estudio para poder predecir mejor la tasa de cancelación de los clientes.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D54B9BF-EFAC-4514-88A2-7EF2C13EFF2E}" type="parTrans" cxnId="{52B58D7E-0DF1-481B-A209-A03F8F7B903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5D110D15-DA62-440F-92C5-48DB2C419937}" type="sibTrans" cxnId="{52B58D7E-0DF1-481B-A209-A03F8F7B9038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17848B5-BDD4-4941-A383-C2F2B49A2164}">
      <dgm:prSet/>
      <dgm:spPr/>
      <dgm:t>
        <a:bodyPr/>
        <a:lstStyle/>
        <a:p>
          <a:pPr>
            <a:lnSpc>
              <a:spcPct val="100000"/>
            </a:lnSpc>
          </a:pP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Crear otros modelos con </a:t>
          </a:r>
          <a:r>
            <a:rPr lang="es-ES">
              <a:latin typeface="Arial" panose="020B0604020202020204" pitchFamily="34" charset="0"/>
              <a:cs typeface="Arial" panose="020B0604020202020204" pitchFamily="34" charset="0"/>
            </a:rPr>
            <a:t>nuevas herramientas </a:t>
          </a:r>
          <a:r>
            <a:rPr lang="es-ES" dirty="0">
              <a:latin typeface="Arial" panose="020B0604020202020204" pitchFamily="34" charset="0"/>
              <a:cs typeface="Arial" panose="020B0604020202020204" pitchFamily="34" charset="0"/>
            </a:rPr>
            <a:t>para intentar hacer mejores predicciones y obtener mayor rendimiento.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BA16DB-4793-47A3-BDCB-A42B118A97C9}" type="parTrans" cxnId="{50B741D3-C4E3-476D-8776-90DCA7917C0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BA6916-C01F-4AA5-962F-0CEF49BFC72A}" type="sibTrans" cxnId="{50B741D3-C4E3-476D-8776-90DCA7917C04}">
      <dgm:prSet/>
      <dgm:spPr/>
      <dgm:t>
        <a:bodyPr/>
        <a:lstStyle/>
        <a:p>
          <a:endParaRPr lang="en-US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E565B86-ED15-4AE2-9B52-C7E703AF9F2E}" type="pres">
      <dgm:prSet presAssocID="{07E7FD9B-3264-42CF-BDC5-3A382E6D85DB}" presName="root" presStyleCnt="0">
        <dgm:presLayoutVars>
          <dgm:dir/>
          <dgm:resizeHandles val="exact"/>
        </dgm:presLayoutVars>
      </dgm:prSet>
      <dgm:spPr/>
    </dgm:pt>
    <dgm:pt modelId="{84A6C9C0-AC6A-4544-81F6-43245DB4EA71}" type="pres">
      <dgm:prSet presAssocID="{F25D8D23-0C1A-40A0-850C-2FD00366D0FC}" presName="compNode" presStyleCnt="0"/>
      <dgm:spPr/>
    </dgm:pt>
    <dgm:pt modelId="{120F6D36-57F7-4DC2-B35F-BEADE585BD94}" type="pres">
      <dgm:prSet presAssocID="{F25D8D23-0C1A-40A0-850C-2FD00366D0FC}" presName="bgRect" presStyleLbl="bgShp" presStyleIdx="0" presStyleCnt="2"/>
      <dgm:spPr/>
    </dgm:pt>
    <dgm:pt modelId="{8AE4D579-FCA2-4D3D-B54E-67A8336DA250}" type="pres">
      <dgm:prSet presAssocID="{F25D8D23-0C1A-40A0-850C-2FD00366D0F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stadísticas"/>
        </a:ext>
      </dgm:extLst>
    </dgm:pt>
    <dgm:pt modelId="{BE74ED77-BB49-4EE3-B365-5E2CA1217D76}" type="pres">
      <dgm:prSet presAssocID="{F25D8D23-0C1A-40A0-850C-2FD00366D0FC}" presName="spaceRect" presStyleCnt="0"/>
      <dgm:spPr/>
    </dgm:pt>
    <dgm:pt modelId="{BF1B4E27-F3FC-4FE8-9C3B-B19E3ECFD901}" type="pres">
      <dgm:prSet presAssocID="{F25D8D23-0C1A-40A0-850C-2FD00366D0FC}" presName="parTx" presStyleLbl="revTx" presStyleIdx="0" presStyleCnt="2">
        <dgm:presLayoutVars>
          <dgm:chMax val="0"/>
          <dgm:chPref val="0"/>
        </dgm:presLayoutVars>
      </dgm:prSet>
      <dgm:spPr/>
    </dgm:pt>
    <dgm:pt modelId="{BEE95CDF-8FF0-444E-9FE9-F1B6F8BCE403}" type="pres">
      <dgm:prSet presAssocID="{5D110D15-DA62-440F-92C5-48DB2C419937}" presName="sibTrans" presStyleCnt="0"/>
      <dgm:spPr/>
    </dgm:pt>
    <dgm:pt modelId="{D9C96869-6D90-45FC-A0F8-CC5ECCC3972C}" type="pres">
      <dgm:prSet presAssocID="{D17848B5-BDD4-4941-A383-C2F2B49A2164}" presName="compNode" presStyleCnt="0"/>
      <dgm:spPr/>
    </dgm:pt>
    <dgm:pt modelId="{2FC999F8-17CA-4540-A1E2-953783EB1C39}" type="pres">
      <dgm:prSet presAssocID="{D17848B5-BDD4-4941-A383-C2F2B49A2164}" presName="bgRect" presStyleLbl="bgShp" presStyleIdx="1" presStyleCnt="2"/>
      <dgm:spPr/>
    </dgm:pt>
    <dgm:pt modelId="{524C60F3-384B-4220-8B7F-1BB4CC4968AD}" type="pres">
      <dgm:prSet presAssocID="{D17848B5-BDD4-4941-A383-C2F2B49A2164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7FD18A2C-7717-4379-862C-6DD54785D335}" type="pres">
      <dgm:prSet presAssocID="{D17848B5-BDD4-4941-A383-C2F2B49A2164}" presName="spaceRect" presStyleCnt="0"/>
      <dgm:spPr/>
    </dgm:pt>
    <dgm:pt modelId="{64B7CD44-D039-4E6E-9901-22C5DBC797BF}" type="pres">
      <dgm:prSet presAssocID="{D17848B5-BDD4-4941-A383-C2F2B49A2164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143FCA73-4904-4950-8177-66D9D01853E8}" type="presOf" srcId="{F25D8D23-0C1A-40A0-850C-2FD00366D0FC}" destId="{BF1B4E27-F3FC-4FE8-9C3B-B19E3ECFD901}" srcOrd="0" destOrd="0" presId="urn:microsoft.com/office/officeart/2018/2/layout/IconVerticalSolidList"/>
    <dgm:cxn modelId="{52B58D7E-0DF1-481B-A209-A03F8F7B9038}" srcId="{07E7FD9B-3264-42CF-BDC5-3A382E6D85DB}" destId="{F25D8D23-0C1A-40A0-850C-2FD00366D0FC}" srcOrd="0" destOrd="0" parTransId="{CD54B9BF-EFAC-4514-88A2-7EF2C13EFF2E}" sibTransId="{5D110D15-DA62-440F-92C5-48DB2C419937}"/>
    <dgm:cxn modelId="{34E93ECE-2220-4805-98E9-59152F7BEF2B}" type="presOf" srcId="{D17848B5-BDD4-4941-A383-C2F2B49A2164}" destId="{64B7CD44-D039-4E6E-9901-22C5DBC797BF}" srcOrd="0" destOrd="0" presId="urn:microsoft.com/office/officeart/2018/2/layout/IconVerticalSolidList"/>
    <dgm:cxn modelId="{7A2522CF-E696-448D-927F-6DB294C15357}" type="presOf" srcId="{07E7FD9B-3264-42CF-BDC5-3A382E6D85DB}" destId="{1E565B86-ED15-4AE2-9B52-C7E703AF9F2E}" srcOrd="0" destOrd="0" presId="urn:microsoft.com/office/officeart/2018/2/layout/IconVerticalSolidList"/>
    <dgm:cxn modelId="{50B741D3-C4E3-476D-8776-90DCA7917C04}" srcId="{07E7FD9B-3264-42CF-BDC5-3A382E6D85DB}" destId="{D17848B5-BDD4-4941-A383-C2F2B49A2164}" srcOrd="1" destOrd="0" parTransId="{83BA16DB-4793-47A3-BDCB-A42B118A97C9}" sibTransId="{35BA6916-C01F-4AA5-962F-0CEF49BFC72A}"/>
    <dgm:cxn modelId="{D38A34BB-4DC2-4D76-9678-93F9D35E9289}" type="presParOf" srcId="{1E565B86-ED15-4AE2-9B52-C7E703AF9F2E}" destId="{84A6C9C0-AC6A-4544-81F6-43245DB4EA71}" srcOrd="0" destOrd="0" presId="urn:microsoft.com/office/officeart/2018/2/layout/IconVerticalSolidList"/>
    <dgm:cxn modelId="{EA8FCC50-0542-4332-9C7B-524590CF0213}" type="presParOf" srcId="{84A6C9C0-AC6A-4544-81F6-43245DB4EA71}" destId="{120F6D36-57F7-4DC2-B35F-BEADE585BD94}" srcOrd="0" destOrd="0" presId="urn:microsoft.com/office/officeart/2018/2/layout/IconVerticalSolidList"/>
    <dgm:cxn modelId="{1ED327F9-25DC-4B7A-BF20-0C5ACEFF0E8E}" type="presParOf" srcId="{84A6C9C0-AC6A-4544-81F6-43245DB4EA71}" destId="{8AE4D579-FCA2-4D3D-B54E-67A8336DA250}" srcOrd="1" destOrd="0" presId="urn:microsoft.com/office/officeart/2018/2/layout/IconVerticalSolidList"/>
    <dgm:cxn modelId="{62D2094D-45D4-4ADF-9756-873AE3C59763}" type="presParOf" srcId="{84A6C9C0-AC6A-4544-81F6-43245DB4EA71}" destId="{BE74ED77-BB49-4EE3-B365-5E2CA1217D76}" srcOrd="2" destOrd="0" presId="urn:microsoft.com/office/officeart/2018/2/layout/IconVerticalSolidList"/>
    <dgm:cxn modelId="{8DE6F022-78B1-4DA4-A147-E2D3D468E76C}" type="presParOf" srcId="{84A6C9C0-AC6A-4544-81F6-43245DB4EA71}" destId="{BF1B4E27-F3FC-4FE8-9C3B-B19E3ECFD901}" srcOrd="3" destOrd="0" presId="urn:microsoft.com/office/officeart/2018/2/layout/IconVerticalSolidList"/>
    <dgm:cxn modelId="{CC2A111F-103A-4C0E-A166-DA18BB2C61D1}" type="presParOf" srcId="{1E565B86-ED15-4AE2-9B52-C7E703AF9F2E}" destId="{BEE95CDF-8FF0-444E-9FE9-F1B6F8BCE403}" srcOrd="1" destOrd="0" presId="urn:microsoft.com/office/officeart/2018/2/layout/IconVerticalSolidList"/>
    <dgm:cxn modelId="{4B593EA7-3B28-4A2F-959D-3829B7C8AD16}" type="presParOf" srcId="{1E565B86-ED15-4AE2-9B52-C7E703AF9F2E}" destId="{D9C96869-6D90-45FC-A0F8-CC5ECCC3972C}" srcOrd="2" destOrd="0" presId="urn:microsoft.com/office/officeart/2018/2/layout/IconVerticalSolidList"/>
    <dgm:cxn modelId="{F4B3C62D-E7FB-4F47-AB5B-3B201808BF23}" type="presParOf" srcId="{D9C96869-6D90-45FC-A0F8-CC5ECCC3972C}" destId="{2FC999F8-17CA-4540-A1E2-953783EB1C39}" srcOrd="0" destOrd="0" presId="urn:microsoft.com/office/officeart/2018/2/layout/IconVerticalSolidList"/>
    <dgm:cxn modelId="{3827BCAC-3ED9-422F-B996-39D97777F74F}" type="presParOf" srcId="{D9C96869-6D90-45FC-A0F8-CC5ECCC3972C}" destId="{524C60F3-384B-4220-8B7F-1BB4CC4968AD}" srcOrd="1" destOrd="0" presId="urn:microsoft.com/office/officeart/2018/2/layout/IconVerticalSolidList"/>
    <dgm:cxn modelId="{783CF9F5-232E-45DC-920F-3D555B37048A}" type="presParOf" srcId="{D9C96869-6D90-45FC-A0F8-CC5ECCC3972C}" destId="{7FD18A2C-7717-4379-862C-6DD54785D335}" srcOrd="2" destOrd="0" presId="urn:microsoft.com/office/officeart/2018/2/layout/IconVerticalSolidList"/>
    <dgm:cxn modelId="{4D4EFFF9-D2DC-477E-8613-0E572562F2F0}" type="presParOf" srcId="{D9C96869-6D90-45FC-A0F8-CC5ECCC3972C}" destId="{64B7CD44-D039-4E6E-9901-22C5DBC797B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0C344B-5E5A-A14B-9818-6722D8D2A7C0}">
      <dsp:nvSpPr>
        <dsp:cNvPr id="0" name=""/>
        <dsp:cNvSpPr/>
      </dsp:nvSpPr>
      <dsp:spPr>
        <a:xfrm>
          <a:off x="0" y="436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1. Variable objetivo: Predicción de cancelaciones.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26066"/>
        <a:ext cx="8091560" cy="401192"/>
      </dsp:txXfrm>
    </dsp:sp>
    <dsp:sp modelId="{202A3A83-E226-5142-A753-63F25B431BD4}">
      <dsp:nvSpPr>
        <dsp:cNvPr id="0" name=""/>
        <dsp:cNvSpPr/>
      </dsp:nvSpPr>
      <dsp:spPr>
        <a:xfrm>
          <a:off x="0" y="50368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2. Primer modelo: Variables base.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525386"/>
        <a:ext cx="8091560" cy="401192"/>
      </dsp:txXfrm>
    </dsp:sp>
    <dsp:sp modelId="{1F48731D-C904-1843-BAA3-01357CB853A9}">
      <dsp:nvSpPr>
        <dsp:cNvPr id="0" name=""/>
        <dsp:cNvSpPr/>
      </dsp:nvSpPr>
      <dsp:spPr>
        <a:xfrm>
          <a:off x="0" y="100300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3. Segundo modelo: Interacciones.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1024706"/>
        <a:ext cx="8091560" cy="401192"/>
      </dsp:txXfrm>
    </dsp:sp>
    <dsp:sp modelId="{87AF8C9A-1FEA-254C-9107-518F5510312F}">
      <dsp:nvSpPr>
        <dsp:cNvPr id="0" name=""/>
        <dsp:cNvSpPr/>
      </dsp:nvSpPr>
      <dsp:spPr>
        <a:xfrm>
          <a:off x="0" y="150232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4. Tercer modelo: Términos cuadráticos.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1524026"/>
        <a:ext cx="8091560" cy="401192"/>
      </dsp:txXfrm>
    </dsp:sp>
    <dsp:sp modelId="{94167B7F-0FEE-9643-BEA4-176ED8987214}">
      <dsp:nvSpPr>
        <dsp:cNvPr id="0" name=""/>
        <dsp:cNvSpPr/>
      </dsp:nvSpPr>
      <dsp:spPr>
        <a:xfrm>
          <a:off x="0" y="200164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5. Interpretación del modelo.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2023346"/>
        <a:ext cx="8091560" cy="401192"/>
      </dsp:txXfrm>
    </dsp:sp>
    <dsp:sp modelId="{44364C73-2072-F247-AC8E-D752A48996D8}">
      <dsp:nvSpPr>
        <dsp:cNvPr id="0" name=""/>
        <dsp:cNvSpPr/>
      </dsp:nvSpPr>
      <dsp:spPr>
        <a:xfrm>
          <a:off x="0" y="250096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6. Comprobación de la significancia de las variables con ANOVA.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2522666"/>
        <a:ext cx="8091560" cy="401192"/>
      </dsp:txXfrm>
    </dsp:sp>
    <dsp:sp modelId="{AD4BB4C8-C2FA-BC4F-88D5-7BAA2160CE89}">
      <dsp:nvSpPr>
        <dsp:cNvPr id="0" name=""/>
        <dsp:cNvSpPr/>
      </dsp:nvSpPr>
      <dsp:spPr>
        <a:xfrm>
          <a:off x="0" y="300028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7. Estrategia de overbooking.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3021986"/>
        <a:ext cx="8091560" cy="401192"/>
      </dsp:txXfrm>
    </dsp:sp>
    <dsp:sp modelId="{DE1A8DE4-86CB-0449-9FC3-D732B38BA9DE}">
      <dsp:nvSpPr>
        <dsp:cNvPr id="0" name=""/>
        <dsp:cNvSpPr/>
      </dsp:nvSpPr>
      <dsp:spPr>
        <a:xfrm>
          <a:off x="0" y="349960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8. Conclusiones.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3521306"/>
        <a:ext cx="8091560" cy="401192"/>
      </dsp:txXfrm>
    </dsp:sp>
    <dsp:sp modelId="{8D4E364D-01B9-BF4C-B2D9-8990CDAAFA36}">
      <dsp:nvSpPr>
        <dsp:cNvPr id="0" name=""/>
        <dsp:cNvSpPr/>
      </dsp:nvSpPr>
      <dsp:spPr>
        <a:xfrm>
          <a:off x="0" y="3998922"/>
          <a:ext cx="8134968" cy="444600"/>
        </a:xfrm>
        <a:prstGeom prst="roundRect">
          <a:avLst/>
        </a:prstGeom>
        <a:solidFill>
          <a:schemeClr val="accent1">
            <a:hueOff val="0"/>
            <a:satOff val="0"/>
            <a:lum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u="none" kern="1200" dirty="0">
              <a:latin typeface="Arial" panose="020B0604020202020204" pitchFamily="34" charset="0"/>
              <a:cs typeface="Arial" panose="020B0604020202020204" pitchFamily="34" charset="0"/>
            </a:rPr>
            <a:t>9. Próximos pasos.  </a:t>
          </a:r>
          <a:endParaRPr lang="en-US" sz="1900" u="none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1704" y="4020626"/>
        <a:ext cx="8091560" cy="401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BBC2C5-E267-5444-8D63-785B10A5E320}">
      <dsp:nvSpPr>
        <dsp:cNvPr id="0" name=""/>
        <dsp:cNvSpPr/>
      </dsp:nvSpPr>
      <dsp:spPr>
        <a:xfrm>
          <a:off x="0" y="68694"/>
          <a:ext cx="7856264" cy="10979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 dirty="0">
              <a:latin typeface="Arial" panose="020B0604020202020204" pitchFamily="34" charset="0"/>
              <a:cs typeface="Arial" panose="020B0604020202020204" pitchFamily="34" charset="0"/>
            </a:rPr>
            <a:t>Definición:</a:t>
          </a:r>
          <a:r>
            <a:rPr lang="es-ES" sz="2100" kern="1200" dirty="0">
              <a:latin typeface="Arial" panose="020B0604020202020204" pitchFamily="34" charset="0"/>
              <a:cs typeface="Arial" panose="020B0604020202020204" pitchFamily="34" charset="0"/>
            </a:rPr>
            <a:t> Variable binaria (0= No cancela, 1= cancela).</a:t>
          </a:r>
          <a:endParaRPr lang="en-US" sz="2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599" y="122293"/>
        <a:ext cx="7749066" cy="990773"/>
      </dsp:txXfrm>
    </dsp:sp>
    <dsp:sp modelId="{672706F7-29E1-564F-BF3E-152ED1CD13A1}">
      <dsp:nvSpPr>
        <dsp:cNvPr id="0" name=""/>
        <dsp:cNvSpPr/>
      </dsp:nvSpPr>
      <dsp:spPr>
        <a:xfrm>
          <a:off x="0" y="1227146"/>
          <a:ext cx="7856264" cy="10979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>
              <a:latin typeface="Arial" panose="020B0604020202020204" pitchFamily="34" charset="0"/>
              <a:cs typeface="Arial" panose="020B0604020202020204" pitchFamily="34" charset="0"/>
            </a:rPr>
            <a:t>Punto de partida: </a:t>
          </a:r>
          <a:r>
            <a:rPr lang="es-ES" sz="2100" kern="1200">
              <a:latin typeface="Arial" panose="020B0604020202020204" pitchFamily="34" charset="0"/>
              <a:cs typeface="Arial" panose="020B0604020202020204" pitchFamily="34" charset="0"/>
            </a:rPr>
            <a:t>El hotel se enfrenta a una tasa de cancelación global crítica del 33%.</a:t>
          </a:r>
          <a:endParaRPr lang="en-US" sz="2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599" y="1280745"/>
        <a:ext cx="7749066" cy="990773"/>
      </dsp:txXfrm>
    </dsp:sp>
    <dsp:sp modelId="{AFD79FF7-AEA5-5244-AE15-40E0ECD10D67}">
      <dsp:nvSpPr>
        <dsp:cNvPr id="0" name=""/>
        <dsp:cNvSpPr/>
      </dsp:nvSpPr>
      <dsp:spPr>
        <a:xfrm>
          <a:off x="0" y="2385598"/>
          <a:ext cx="7856264" cy="10979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b="1" kern="1200">
              <a:latin typeface="Arial" panose="020B0604020202020204" pitchFamily="34" charset="0"/>
              <a:cs typeface="Arial" panose="020B0604020202020204" pitchFamily="34" charset="0"/>
            </a:rPr>
            <a:t>Objetivo:</a:t>
          </a:r>
          <a:r>
            <a:rPr lang="es-ES" sz="2100" kern="1200">
              <a:latin typeface="Arial" panose="020B0604020202020204" pitchFamily="34" charset="0"/>
              <a:cs typeface="Arial" panose="020B0604020202020204" pitchFamily="34" charset="0"/>
            </a:rPr>
            <a:t> Desarrollar un modelo de Regresión Logística (GLM Binomial) para anticipar estas cancelaciones y proteger los ingresos del hotel. </a:t>
          </a:r>
          <a:endParaRPr lang="en-US" sz="2100" kern="120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599" y="2439197"/>
        <a:ext cx="7749066" cy="990773"/>
      </dsp:txXfrm>
    </dsp:sp>
    <dsp:sp modelId="{E7175E74-F65E-9143-85B1-3F567471E114}">
      <dsp:nvSpPr>
        <dsp:cNvPr id="0" name=""/>
        <dsp:cNvSpPr/>
      </dsp:nvSpPr>
      <dsp:spPr>
        <a:xfrm>
          <a:off x="0" y="3544050"/>
          <a:ext cx="7856264" cy="109797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100" kern="1200" dirty="0">
              <a:latin typeface="Arial" panose="020B0604020202020204" pitchFamily="34" charset="0"/>
              <a:cs typeface="Arial" panose="020B0604020202020204" pitchFamily="34" charset="0"/>
            </a:rPr>
            <a:t>El </a:t>
          </a:r>
          <a:r>
            <a:rPr lang="es-ES" sz="2100" b="1" kern="1200" dirty="0">
              <a:latin typeface="Arial" panose="020B0604020202020204" pitchFamily="34" charset="0"/>
              <a:cs typeface="Arial" panose="020B0604020202020204" pitchFamily="34" charset="0"/>
            </a:rPr>
            <a:t>EDA</a:t>
          </a:r>
          <a:r>
            <a:rPr lang="es-ES" sz="2100" kern="1200" dirty="0">
              <a:latin typeface="Arial" panose="020B0604020202020204" pitchFamily="34" charset="0"/>
              <a:cs typeface="Arial" panose="020B0604020202020204" pitchFamily="34" charset="0"/>
            </a:rPr>
            <a:t> que realizamos anteriormente reflejó que variables como la antelación, el precio y el canal de reserva influían en la tasa de cancelación.</a:t>
          </a:r>
          <a:endParaRPr lang="en-US" sz="21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3599" y="3597649"/>
        <a:ext cx="7749066" cy="99077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D3E93-2C8E-5447-9E87-BDAF0E19BC5D}">
      <dsp:nvSpPr>
        <dsp:cNvPr id="0" name=""/>
        <dsp:cNvSpPr/>
      </dsp:nvSpPr>
      <dsp:spPr>
        <a:xfrm>
          <a:off x="1121991" y="300997"/>
          <a:ext cx="4231600" cy="4231600"/>
        </a:xfrm>
        <a:prstGeom prst="pie">
          <a:avLst>
            <a:gd name="adj1" fmla="val 16200000"/>
            <a:gd name="adj2" fmla="val 20520000"/>
          </a:avLst>
        </a:prstGeom>
        <a:solidFill>
          <a:schemeClr val="accent6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latin typeface="Arial" panose="020B0604020202020204" pitchFamily="34" charset="0"/>
              <a:cs typeface="Arial" panose="020B0604020202020204" pitchFamily="34" charset="0"/>
            </a:rPr>
            <a:t>Factores de retención: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91190" y="933219"/>
        <a:ext cx="1435721" cy="982335"/>
      </dsp:txXfrm>
    </dsp:sp>
    <dsp:sp modelId="{287EE9DA-20DA-454A-8071-FF542C42E38A}">
      <dsp:nvSpPr>
        <dsp:cNvPr id="0" name=""/>
        <dsp:cNvSpPr/>
      </dsp:nvSpPr>
      <dsp:spPr>
        <a:xfrm>
          <a:off x="973885" y="505021"/>
          <a:ext cx="4231600" cy="4231600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 val="7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latin typeface="Arial" panose="020B0604020202020204" pitchFamily="34" charset="0"/>
              <a:cs typeface="Arial" panose="020B0604020202020204" pitchFamily="34" charset="0"/>
            </a:rPr>
            <a:t>Reservas offline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39538" y="2419317"/>
        <a:ext cx="1259405" cy="1062937"/>
      </dsp:txXfrm>
    </dsp:sp>
    <dsp:sp modelId="{2D86380E-B0A1-7F41-A75D-42E0A659918A}">
      <dsp:nvSpPr>
        <dsp:cNvPr id="0" name=""/>
        <dsp:cNvSpPr/>
      </dsp:nvSpPr>
      <dsp:spPr>
        <a:xfrm>
          <a:off x="973885" y="505021"/>
          <a:ext cx="4231600" cy="4231600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latin typeface="Arial" panose="020B0604020202020204" pitchFamily="34" charset="0"/>
              <a:cs typeface="Arial" panose="020B0604020202020204" pitchFamily="34" charset="0"/>
            </a:rPr>
            <a:t>Solicitar parking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34042" y="3678722"/>
        <a:ext cx="1511286" cy="906771"/>
      </dsp:txXfrm>
    </dsp:sp>
    <dsp:sp modelId="{54955ACE-99F5-4E4A-B439-09089BBBD292}">
      <dsp:nvSpPr>
        <dsp:cNvPr id="0" name=""/>
        <dsp:cNvSpPr/>
      </dsp:nvSpPr>
      <dsp:spPr>
        <a:xfrm>
          <a:off x="973885" y="505021"/>
          <a:ext cx="4231600" cy="4231600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latin typeface="Arial" panose="020B0604020202020204" pitchFamily="34" charset="0"/>
              <a:cs typeface="Arial" panose="020B0604020202020204" pitchFamily="34" charset="0"/>
            </a:rPr>
            <a:t>Peticiones especiales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175390" y="2419317"/>
        <a:ext cx="1259405" cy="1062937"/>
      </dsp:txXfrm>
    </dsp:sp>
    <dsp:sp modelId="{D655CBCF-FF75-B146-89D3-DC955385DDC2}">
      <dsp:nvSpPr>
        <dsp:cNvPr id="0" name=""/>
        <dsp:cNvSpPr/>
      </dsp:nvSpPr>
      <dsp:spPr>
        <a:xfrm>
          <a:off x="973885" y="505021"/>
          <a:ext cx="4231600" cy="4231600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000" kern="1200" dirty="0">
              <a:latin typeface="Arial" panose="020B0604020202020204" pitchFamily="34" charset="0"/>
              <a:cs typeface="Arial" panose="020B0604020202020204" pitchFamily="34" charset="0"/>
            </a:rPr>
            <a:t>Cliente repetidor</a:t>
          </a:r>
          <a:endParaRPr lang="en-US" sz="20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90994" y="1149836"/>
        <a:ext cx="1435721" cy="98233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D3E93-2C8E-5447-9E87-BDAF0E19BC5D}">
      <dsp:nvSpPr>
        <dsp:cNvPr id="0" name=""/>
        <dsp:cNvSpPr/>
      </dsp:nvSpPr>
      <dsp:spPr>
        <a:xfrm>
          <a:off x="1101706" y="303988"/>
          <a:ext cx="4273642" cy="4273642"/>
        </a:xfrm>
        <a:prstGeom prst="pie">
          <a:avLst>
            <a:gd name="adj1" fmla="val 16200000"/>
            <a:gd name="adj2" fmla="val 20520000"/>
          </a:avLst>
        </a:prstGeom>
        <a:solidFill>
          <a:srgbClr val="FF0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Factores de riesgo: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292457" y="942490"/>
        <a:ext cx="1449985" cy="992095"/>
      </dsp:txXfrm>
    </dsp:sp>
    <dsp:sp modelId="{287EE9DA-20DA-454A-8071-FF542C42E38A}">
      <dsp:nvSpPr>
        <dsp:cNvPr id="0" name=""/>
        <dsp:cNvSpPr/>
      </dsp:nvSpPr>
      <dsp:spPr>
        <a:xfrm>
          <a:off x="952128" y="510038"/>
          <a:ext cx="4273642" cy="4273642"/>
        </a:xfrm>
        <a:prstGeom prst="pie">
          <a:avLst>
            <a:gd name="adj1" fmla="val 20520000"/>
            <a:gd name="adj2" fmla="val 3240000"/>
          </a:avLst>
        </a:prstGeom>
        <a:solidFill>
          <a:schemeClr val="accent1">
            <a:hueOff val="0"/>
            <a:satOff val="0"/>
            <a:lumOff val="0"/>
            <a:alpha val="7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Reservas para fines de semana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3745259" y="2443353"/>
        <a:ext cx="1271917" cy="1073498"/>
      </dsp:txXfrm>
    </dsp:sp>
    <dsp:sp modelId="{30AD9758-BE31-A04B-B494-4BA0DB415572}">
      <dsp:nvSpPr>
        <dsp:cNvPr id="0" name=""/>
        <dsp:cNvSpPr/>
      </dsp:nvSpPr>
      <dsp:spPr>
        <a:xfrm>
          <a:off x="952128" y="510038"/>
          <a:ext cx="4273642" cy="4273642"/>
        </a:xfrm>
        <a:prstGeom prst="pie">
          <a:avLst>
            <a:gd name="adj1" fmla="val 3240000"/>
            <a:gd name="adj2" fmla="val 7560000"/>
          </a:avLst>
        </a:prstGeom>
        <a:solidFill>
          <a:schemeClr val="accent1">
            <a:hueOff val="0"/>
            <a:satOff val="0"/>
            <a:lumOff val="0"/>
            <a:alpha val="8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Reservas online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25799" y="3715271"/>
        <a:ext cx="1526300" cy="915780"/>
      </dsp:txXfrm>
    </dsp:sp>
    <dsp:sp modelId="{92C5A3B2-DE4C-E34B-9162-1962B2EF883F}">
      <dsp:nvSpPr>
        <dsp:cNvPr id="0" name=""/>
        <dsp:cNvSpPr/>
      </dsp:nvSpPr>
      <dsp:spPr>
        <a:xfrm>
          <a:off x="952128" y="510038"/>
          <a:ext cx="4273642" cy="4273642"/>
        </a:xfrm>
        <a:prstGeom prst="pie">
          <a:avLst>
            <a:gd name="adj1" fmla="val 7560000"/>
            <a:gd name="adj2" fmla="val 11880000"/>
          </a:avLst>
        </a:prstGeom>
        <a:solidFill>
          <a:schemeClr val="accent1">
            <a:hueOff val="0"/>
            <a:satOff val="0"/>
            <a:lumOff val="0"/>
            <a:alpha val="9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/>
            <a:t>Clientes repetidores con mucha antelación</a:t>
          </a:r>
        </a:p>
      </dsp:txBody>
      <dsp:txXfrm>
        <a:off x="1155635" y="2443353"/>
        <a:ext cx="1271917" cy="1073498"/>
      </dsp:txXfrm>
    </dsp:sp>
    <dsp:sp modelId="{51CB44F7-F29A-AA4F-8208-938724BD0367}">
      <dsp:nvSpPr>
        <dsp:cNvPr id="0" name=""/>
        <dsp:cNvSpPr/>
      </dsp:nvSpPr>
      <dsp:spPr>
        <a:xfrm>
          <a:off x="952128" y="510038"/>
          <a:ext cx="4273642" cy="4273642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600" kern="1200" dirty="0">
              <a:latin typeface="Arial" panose="020B0604020202020204" pitchFamily="34" charset="0"/>
              <a:cs typeface="Arial" panose="020B0604020202020204" pitchFamily="34" charset="0"/>
            </a:rPr>
            <a:t>Reservar con mucha antelación una habitación muy cara</a:t>
          </a:r>
          <a:endParaRPr lang="en-US" sz="16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75368" y="1161260"/>
        <a:ext cx="1449985" cy="99209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04F90E-BCD2-184A-B7DB-6886CAEC1873}">
      <dsp:nvSpPr>
        <dsp:cNvPr id="0" name=""/>
        <dsp:cNvSpPr/>
      </dsp:nvSpPr>
      <dsp:spPr>
        <a:xfrm>
          <a:off x="0" y="5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9EAB82-4A97-914A-8BB2-37849D11CF9E}">
      <dsp:nvSpPr>
        <dsp:cNvPr id="0" name=""/>
        <dsp:cNvSpPr/>
      </dsp:nvSpPr>
      <dsp:spPr>
        <a:xfrm>
          <a:off x="0" y="53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Hemos desarrollado un </a:t>
          </a:r>
          <a:r>
            <a:rPr lang="es-ES" sz="1800" b="1" kern="1200" dirty="0">
              <a:latin typeface="Arial" panose="020B0604020202020204" pitchFamily="34" charset="0"/>
              <a:cs typeface="Arial" panose="020B0604020202020204" pitchFamily="34" charset="0"/>
            </a:rPr>
            <a:t>modelo capaz de adaptarse </a:t>
          </a: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al comportamiento real del cliente.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531"/>
        <a:ext cx="10515600" cy="870055"/>
      </dsp:txXfrm>
    </dsp:sp>
    <dsp:sp modelId="{C5AC4FC1-D184-DC45-92A5-1F674BEB65F5}">
      <dsp:nvSpPr>
        <dsp:cNvPr id="0" name=""/>
        <dsp:cNvSpPr/>
      </dsp:nvSpPr>
      <dsp:spPr>
        <a:xfrm>
          <a:off x="0" y="87058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DE91A-3DB1-1A42-86E9-CF398A4886D4}">
      <dsp:nvSpPr>
        <dsp:cNvPr id="0" name=""/>
        <dsp:cNvSpPr/>
      </dsp:nvSpPr>
      <dsp:spPr>
        <a:xfrm>
          <a:off x="0" y="87058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Ajustamos el umbral de decisión al 70% para </a:t>
          </a:r>
          <a:r>
            <a:rPr lang="es-ES" sz="1800" b="1" kern="1200" dirty="0">
              <a:latin typeface="Arial" panose="020B0604020202020204" pitchFamily="34" charset="0"/>
              <a:cs typeface="Arial" panose="020B0604020202020204" pitchFamily="34" charset="0"/>
            </a:rPr>
            <a:t>minimizar los falsos positivos</a:t>
          </a: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, priorizando en todo momento la reputación y el servicio del hotel.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870586"/>
        <a:ext cx="10515600" cy="870055"/>
      </dsp:txXfrm>
    </dsp:sp>
    <dsp:sp modelId="{09A49DC6-1F84-0946-9B64-44BDDDAA6B07}">
      <dsp:nvSpPr>
        <dsp:cNvPr id="0" name=""/>
        <dsp:cNvSpPr/>
      </dsp:nvSpPr>
      <dsp:spPr>
        <a:xfrm>
          <a:off x="0" y="17406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95AE255-6B36-814D-82EF-19D0A69988D4}">
      <dsp:nvSpPr>
        <dsp:cNvPr id="0" name=""/>
        <dsp:cNvSpPr/>
      </dsp:nvSpPr>
      <dsp:spPr>
        <a:xfrm>
          <a:off x="0" y="174064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Arial" panose="020B0604020202020204" pitchFamily="34" charset="0"/>
              <a:cs typeface="Arial" panose="020B0604020202020204" pitchFamily="34" charset="0"/>
            </a:rPr>
            <a:t>Estrategias de overbooking</a:t>
          </a: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: Compensamos esta precaución utilizando nuestra estimación de falsos negativos. Esto nos permite calcular estadísticamente cuántas habitaciones extra podemos vender de forma segura para maximizar la ocupación.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1740641"/>
        <a:ext cx="10515600" cy="870055"/>
      </dsp:txXfrm>
    </dsp:sp>
    <dsp:sp modelId="{58B0EB88-D266-3346-83A0-CC11D32CEE76}">
      <dsp:nvSpPr>
        <dsp:cNvPr id="0" name=""/>
        <dsp:cNvSpPr/>
      </dsp:nvSpPr>
      <dsp:spPr>
        <a:xfrm>
          <a:off x="0" y="26106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1FAAF1-49A3-774E-95C0-1FFF5D4EB4AA}">
      <dsp:nvSpPr>
        <dsp:cNvPr id="0" name=""/>
        <dsp:cNvSpPr/>
      </dsp:nvSpPr>
      <dsp:spPr>
        <a:xfrm>
          <a:off x="0" y="2610696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>
              <a:latin typeface="Arial" panose="020B0604020202020204" pitchFamily="34" charset="0"/>
              <a:cs typeface="Arial" panose="020B0604020202020204" pitchFamily="34" charset="0"/>
            </a:rPr>
            <a:t>Aplicar políticas de reserva</a:t>
          </a: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 más controladas en el Canal Online.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610696"/>
        <a:ext cx="10515600" cy="870055"/>
      </dsp:txXfrm>
    </dsp:sp>
    <dsp:sp modelId="{2AE600F9-6D3F-4C65-A98C-86CB4E01CF55}">
      <dsp:nvSpPr>
        <dsp:cNvPr id="0" name=""/>
        <dsp:cNvSpPr/>
      </dsp:nvSpPr>
      <dsp:spPr>
        <a:xfrm>
          <a:off x="0" y="348075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521A43-65F3-4E7B-BD70-DB2D1E9888F7}">
      <dsp:nvSpPr>
        <dsp:cNvPr id="0" name=""/>
        <dsp:cNvSpPr/>
      </dsp:nvSpPr>
      <dsp:spPr>
        <a:xfrm>
          <a:off x="0" y="3480751"/>
          <a:ext cx="10515600" cy="8700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kern="1200" dirty="0">
              <a:latin typeface="Arial" panose="020B0604020202020204" pitchFamily="34" charset="0"/>
              <a:cs typeface="Arial" panose="020B0604020202020204" pitchFamily="34" charset="0"/>
            </a:rPr>
            <a:t>Crear campañas dinámicas basadas en el nivel de riesgo. Mandar un cuestionario de personalización a aquellas reservas que veamos en riesgo.</a:t>
          </a:r>
          <a:endParaRPr lang="en-US" sz="18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3480751"/>
        <a:ext cx="10515600" cy="8700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0F6D36-57F7-4DC2-B35F-BEADE585BD94}">
      <dsp:nvSpPr>
        <dsp:cNvPr id="0" name=""/>
        <dsp:cNvSpPr/>
      </dsp:nvSpPr>
      <dsp:spPr>
        <a:xfrm>
          <a:off x="0" y="707092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4D579-FCA2-4D3D-B54E-67A8336DA250}">
      <dsp:nvSpPr>
        <dsp:cNvPr id="0" name=""/>
        <dsp:cNvSpPr/>
      </dsp:nvSpPr>
      <dsp:spPr>
        <a:xfrm>
          <a:off x="394883" y="1000807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1B4E27-F3FC-4FE8-9C3B-B19E3ECFD901}">
      <dsp:nvSpPr>
        <dsp:cNvPr id="0" name=""/>
        <dsp:cNvSpPr/>
      </dsp:nvSpPr>
      <dsp:spPr>
        <a:xfrm>
          <a:off x="1507738" y="707092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>
              <a:latin typeface="Arial" panose="020B0604020202020204" pitchFamily="34" charset="0"/>
              <a:cs typeface="Arial" panose="020B0604020202020204" pitchFamily="34" charset="0"/>
            </a:rPr>
            <a:t>Incluir nuevas variables de estudio para poder predecir mejor la tasa de cancelación de los clientes.</a:t>
          </a:r>
          <a:endParaRPr lang="en-US" sz="2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07738" y="707092"/>
        <a:ext cx="9007861" cy="1305401"/>
      </dsp:txXfrm>
    </dsp:sp>
    <dsp:sp modelId="{2FC999F8-17CA-4540-A1E2-953783EB1C39}">
      <dsp:nvSpPr>
        <dsp:cNvPr id="0" name=""/>
        <dsp:cNvSpPr/>
      </dsp:nvSpPr>
      <dsp:spPr>
        <a:xfrm>
          <a:off x="0" y="2338844"/>
          <a:ext cx="10515600" cy="1305401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24C60F3-384B-4220-8B7F-1BB4CC4968AD}">
      <dsp:nvSpPr>
        <dsp:cNvPr id="0" name=""/>
        <dsp:cNvSpPr/>
      </dsp:nvSpPr>
      <dsp:spPr>
        <a:xfrm>
          <a:off x="394883" y="2632559"/>
          <a:ext cx="717970" cy="71797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7CD44-D039-4E6E-9901-22C5DBC797BF}">
      <dsp:nvSpPr>
        <dsp:cNvPr id="0" name=""/>
        <dsp:cNvSpPr/>
      </dsp:nvSpPr>
      <dsp:spPr>
        <a:xfrm>
          <a:off x="1507738" y="2338844"/>
          <a:ext cx="9007861" cy="13054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155" tIns="138155" rIns="138155" bIns="138155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500" kern="1200" dirty="0">
              <a:latin typeface="Arial" panose="020B0604020202020204" pitchFamily="34" charset="0"/>
              <a:cs typeface="Arial" panose="020B0604020202020204" pitchFamily="34" charset="0"/>
            </a:rPr>
            <a:t>Crear otros modelos con </a:t>
          </a:r>
          <a:r>
            <a:rPr lang="es-ES" sz="2500" kern="1200">
              <a:latin typeface="Arial" panose="020B0604020202020204" pitchFamily="34" charset="0"/>
              <a:cs typeface="Arial" panose="020B0604020202020204" pitchFamily="34" charset="0"/>
            </a:rPr>
            <a:t>nuevas herramientas </a:t>
          </a:r>
          <a:r>
            <a:rPr lang="es-ES" sz="2500" kern="1200" dirty="0">
              <a:latin typeface="Arial" panose="020B0604020202020204" pitchFamily="34" charset="0"/>
              <a:cs typeface="Arial" panose="020B0604020202020204" pitchFamily="34" charset="0"/>
            </a:rPr>
            <a:t>para intentar hacer mejores predicciones y obtener mayor rendimiento.</a:t>
          </a:r>
          <a:endParaRPr lang="en-US" sz="25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507738" y="2338844"/>
        <a:ext cx="9007861" cy="130540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art3">
  <dgm:title val=""/>
  <dgm:desc val=""/>
  <dgm:catLst>
    <dgm:cat type="relationship" pri="27000"/>
    <dgm:cat type="cycle" pri="8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presOf/>
    <dgm:shape xmlns:r="http://schemas.openxmlformats.org/officeDocument/2006/relationships" r:blip="">
      <dgm:adjLst/>
    </dgm:shape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205"/>
          <dgm:constr type="t" for="ch" forName="wedge1Tx" refType="h" fact="0.205"/>
          <dgm:constr type="w" for="ch" forName="wedge1Tx" refType="w" fact="0.59"/>
          <dgm:constr type="h" for="ch" forName="wedge1Tx" refType="h" fact="0.59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wedge1Tx" refType="w" fact="0.52"/>
          <dgm:constr type="t" for="ch" forName="wedge1Tx" refType="h" fact="0.205"/>
          <dgm:constr type="w" for="ch" forName="wedge1Tx" refType="w" fact="0.295"/>
          <dgm:constr type="h" for="ch" forName="wedge1Tx" refType="h" fact="0.59"/>
          <dgm:constr type="l" for="ch" forName="wedge2" refType="w" fact="0.08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wedge2Tx" refType="w" fact="0.2"/>
          <dgm:constr type="t" for="ch" forName="wedge2Tx" refType="h" fact="0.205"/>
          <dgm:constr type="w" for="ch" forName="wedge2Tx" refType="w" fact="0.295"/>
          <dgm:constr type="h" for="ch" forName="wedge2Tx" refType="h" fact="0.59"/>
          <dgm:constr type="primFontSz" for="ch" ptType="node" op="equ"/>
        </dgm:constrLst>
      </dgm:if>
      <dgm:if name="Name3" axis="ch" ptType="node" func="cnt" op="equ" val="3">
        <dgm:choose name="Name4">
          <dgm:if name="Name5" func="var" arg="dir" op="equ" val="norm">
            <dgm:constrLst>
              <dgm:constr type="l" for="ch" forName="wedge1" refType="w" fact="0.1233"/>
              <dgm:constr type="t" for="ch" forName="wedge1" refType="w" fact="0.055"/>
              <dgm:constr type="w" for="ch" forName="wedge1" refType="w" fact="0.84"/>
              <dgm:constr type="h" for="ch" forName="wedge1" refType="h" fact="0.84"/>
              <dgm:constr type="l" for="ch" forName="wedge1Tx" refType="w" fact="0.58"/>
              <dgm:constr type="t" for="ch" forName="wedge1Tx" refType="h" fact="0.21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"/>
              <dgm:constr type="t" for="ch" forName="wedge3Tx" refType="h" fact="0.245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if>
          <dgm:else name="Name6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45"/>
              <dgm:constr type="w" for="ch" forName="wedge1Tx" refType="w" fact="0.285"/>
              <dgm:constr type="h" for="ch" forName="wedge1Tx" refType="h" fact="0.2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31"/>
              <dgm:constr type="t" for="ch" forName="wedge2Tx" refType="h" fact="0.61"/>
              <dgm:constr type="w" for="ch" forName="wedge2Tx" refType="w" fact="0.38"/>
              <dgm:constr type="h" for="ch" forName="wedge2Tx" refType="h" fact="0.26"/>
              <dgm:constr type="l" for="ch" forName="wedge3" refType="w" fact="0.0367"/>
              <dgm:constr type="t" for="ch" forName="wedge3" refType="w" fact="0.055"/>
              <dgm:constr type="w" for="ch" forName="wedge3" refType="w" fact="0.84"/>
              <dgm:constr type="h" for="ch" forName="wedge3" refType="h" fact="0.84"/>
              <dgm:constr type="l" for="ch" forName="wedge3Tx" refType="w" fact="0.14"/>
              <dgm:constr type="t" for="ch" forName="wedge3Tx" refType="h" fact="0.21"/>
              <dgm:constr type="w" for="ch" forName="wedge3Tx" refType="w" fact="0.285"/>
              <dgm:constr type="h" for="ch" forName="wedge3Tx" refType="h" fact="0.28"/>
              <dgm:constr type="primFontSz" for="ch" ptType="node" op="equ"/>
            </dgm:constrLst>
          </dgm:else>
        </dgm:choose>
      </dgm:if>
      <dgm:if name="Name7" axis="ch" ptType="node" func="cnt" op="equ" val="4">
        <dgm:choose name="Name8">
          <dgm:if name="Name9" func="var" arg="dir" op="equ" val="norm">
            <dgm:constrLst>
              <dgm:constr type="l" for="ch" forName="wedge1" refType="w" fact="0.1154"/>
              <dgm:constr type="t" for="ch" forName="wedge1" refType="w" fact="0.0446"/>
              <dgm:constr type="w" for="ch" forName="wedge1" refType="w" fact="0.84"/>
              <dgm:constr type="h" for="ch" forName="wedge1" refType="h" fact="0.84"/>
              <dgm:constr type="l" for="ch" forName="wedge1Tx" refType="w" fact="0.545"/>
              <dgm:constr type="t" for="ch" forName="wedge1Tx" refType="h" fact="0.2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75"/>
              <dgm:constr type="t" for="ch" forName="wedge4Tx" refType="h" fact="0.235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if>
          <dgm:else name="Name10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5"/>
              <dgm:constr type="t" for="ch" forName="wedge1Tx" refType="h" fact="0.235"/>
              <dgm:constr type="w" for="ch" forName="wedge1Tx" refType="w" fact="0.31"/>
              <dgm:constr type="h" for="ch" forName="wedge1Tx" refType="h" fact="0.2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515"/>
              <dgm:constr type="t" for="ch" forName="wedge2Tx" refType="h" fact="0.515"/>
              <dgm:constr type="w" for="ch" forName="wedge2Tx" refType="w" fact="0.31"/>
              <dgm:constr type="h" for="ch" forName="wedge2Tx" refType="h" fact="0.2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175"/>
              <dgm:constr type="t" for="ch" forName="wedge3Tx" refType="h" fact="0.515"/>
              <dgm:constr type="w" for="ch" forName="wedge3Tx" refType="w" fact="0.31"/>
              <dgm:constr type="h" for="ch" forName="wedge3Tx" refType="h" fact="0.25"/>
              <dgm:constr type="l" for="ch" forName="wedge4" refType="w" fact="0.0446"/>
              <dgm:constr type="t" for="ch" forName="wedge4" refType="h" fact="0.0446"/>
              <dgm:constr type="w" for="ch" forName="wedge4" refType="w" fact="0.84"/>
              <dgm:constr type="h" for="ch" forName="wedge4" refType="h" fact="0.84"/>
              <dgm:constr type="l" for="ch" forName="wedge4Tx" refType="w" fact="0.145"/>
              <dgm:constr type="t" for="ch" forName="wedge4Tx" refType="h" fact="0.2"/>
              <dgm:constr type="w" for="ch" forName="wedge4Tx" refType="w" fact="0.31"/>
              <dgm:constr type="h" for="ch" forName="wedge4Tx" refType="h" fact="0.25"/>
              <dgm:constr type="primFontSz" for="ch" ptType="node" op="equ"/>
            </dgm:constrLst>
          </dgm:else>
        </dgm:choose>
      </dgm:if>
      <dgm:if name="Name11" axis="ch" ptType="node" func="cnt" op="equ" val="5">
        <dgm:choose name="Name12">
          <dgm:if name="Name13" func="var" arg="dir" op="equ" val="norm">
            <dgm:constrLst>
              <dgm:constr type="l" for="ch" forName="wedge1" refType="w" fact="0.1094"/>
              <dgm:constr type="t" for="ch" forName="wedge1" refType="w" fact="0.0395"/>
              <dgm:constr type="w" for="ch" forName="wedge1" refType="w" fact="0.84"/>
              <dgm:constr type="h" for="ch" forName="wedge1" refType="h" fact="0.84"/>
              <dgm:constr type="l" for="ch" forName="wedge1Tx" refType="w" fact="0.54"/>
              <dgm:constr type="t" for="ch" forName="wedge1Tx" refType="h" fact="0.165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2025"/>
              <dgm:constr type="t" for="ch" forName="wedge5Tx" refType="h" fact="0.208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if>
          <dgm:else name="Name14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1"/>
              <dgm:constr type="t" for="ch" forName="wedge1Tx" refType="h" fact="0.208"/>
              <dgm:constr type="w" for="ch" forName="wedge1Tx" refType="w" fact="0.285"/>
              <dgm:constr type="h" for="ch" forName="wedge1Tx" refType="h" fact="0.19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29"/>
              <dgm:constr type="t" for="ch" forName="wedge2Tx" refType="h" fact="0.46"/>
              <dgm:constr type="w" for="ch" forName="wedge2Tx" refType="w" fact="0.25"/>
              <dgm:constr type="h" for="ch" forName="wedge2Tx" refType="h" fact="0.211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35"/>
              <dgm:constr type="t" for="ch" forName="wedge3Tx" refType="h" fact="0.71"/>
              <dgm:constr type="w" for="ch" forName="wedge3Tx" refType="w" fact="0.3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12"/>
              <dgm:constr type="t" for="ch" forName="wedge4Tx" refType="h" fact="0.46"/>
              <dgm:constr type="w" for="ch" forName="wedge4Tx" refType="w" fact="0.25"/>
              <dgm:constr type="h" for="ch" forName="wedge4Tx" refType="h" fact="0.211"/>
              <dgm:constr type="l" for="ch" forName="wedge5" refType="w" fact="0.0506"/>
              <dgm:constr type="t" for="ch" forName="wedge5" refType="h" fact="0.0395"/>
              <dgm:constr type="w" for="ch" forName="wedge5" refType="w" fact="0.84"/>
              <dgm:constr type="h" for="ch" forName="wedge5" refType="h" fact="0.84"/>
              <dgm:constr type="l" for="ch" forName="wedge5Tx" refType="w" fact="0.18"/>
              <dgm:constr type="t" for="ch" forName="wedge5Tx" refType="h" fact="0.165"/>
              <dgm:constr type="w" for="ch" forName="wedge5Tx" refType="w" fact="0.285"/>
              <dgm:constr type="h" for="ch" forName="wedge5Tx" refType="h" fact="0.195"/>
              <dgm:constr type="primFontSz" for="ch" ptType="node" op="equ"/>
            </dgm:constrLst>
          </dgm:else>
        </dgm:choose>
      </dgm:if>
      <dgm:if name="Name15" axis="ch" ptType="node" func="cnt" op="equ" val="6">
        <dgm:choose name="Name16">
          <dgm:if name="Name17" func="var" arg="dir" op="equ" val="norm">
            <dgm:constrLst>
              <dgm:constr type="l" for="ch" forName="wedge1" refType="w" fact="0.105"/>
              <dgm:constr type="t" for="ch" forName="wedge1" refType="w" fact="0.0367"/>
              <dgm:constr type="w" for="ch" forName="wedge1" refType="w" fact="0.84"/>
              <dgm:constr type="h" for="ch" forName="wedge1" refType="h" fact="0.84"/>
              <dgm:constr type="l" for="ch" forName="wedge1Tx" refType="w" fact="0.534"/>
              <dgm:constr type="t" for="ch" forName="wedge1Tx" refType="h" fact="0.126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246"/>
              <dgm:constr type="t" for="ch" forName="wedge6Tx" refType="h" fact="0.1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if>
          <dgm:else name="Name18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9"/>
              <dgm:constr type="t" for="ch" forName="wedge1Tx" refType="h" fact="0.17"/>
              <dgm:constr type="w" for="ch" forName="wedge1Tx" refType="w" fact="0.245"/>
              <dgm:constr type="h" for="ch" forName="wedge1Tx" refType="h" fact="0.18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415"/>
              <dgm:constr type="w" for="ch" forName="wedge2Tx" refType="w" fact="0.254"/>
              <dgm:constr type="h" for="ch" forName="wedge2Tx" refType="h" fact="0.17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509"/>
              <dgm:constr type="t" for="ch" forName="wedge3Tx" refType="h" fact="0.65"/>
              <dgm:constr type="w" for="ch" forName="wedge3Tx" refType="w" fact="0.245"/>
              <dgm:constr type="h" for="ch" forName="wedge3Tx" refType="h" fact="0.18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246"/>
              <dgm:constr type="t" for="ch" forName="wedge4Tx" refType="h" fact="0.65"/>
              <dgm:constr type="w" for="ch" forName="wedge4Tx" refType="w" fact="0.245"/>
              <dgm:constr type="h" for="ch" forName="wedge4Tx" refType="h" fact="0.18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093"/>
              <dgm:constr type="t" for="ch" forName="wedge5Tx" refType="h" fact="0.415"/>
              <dgm:constr type="w" for="ch" forName="wedge5Tx" refType="w" fact="0.254"/>
              <dgm:constr type="h" for="ch" forName="wedge5Tx" refType="h" fact="0.17"/>
              <dgm:constr type="l" for="ch" forName="wedge6" refType="w" fact="0.055"/>
              <dgm:constr type="t" for="ch" forName="wedge6" refType="h" fact="0.0367"/>
              <dgm:constr type="w" for="ch" forName="wedge6" refType="w" fact="0.84"/>
              <dgm:constr type="h" for="ch" forName="wedge6" refType="h" fact="0.84"/>
              <dgm:constr type="l" for="ch" forName="wedge6Tx" refType="w" fact="0.221"/>
              <dgm:constr type="t" for="ch" forName="wedge6Tx" refType="h" fact="0.1267"/>
              <dgm:constr type="w" for="ch" forName="wedge6Tx" refType="w" fact="0.245"/>
              <dgm:constr type="h" for="ch" forName="wedge6Tx" refType="h" fact="0.18"/>
              <dgm:constr type="primFontSz" for="ch" ptType="node" op="equ"/>
            </dgm:constrLst>
          </dgm:else>
        </dgm:choose>
      </dgm:if>
      <dgm:else name="Name19">
        <dgm:choose name="Name20">
          <dgm:if name="Name21" func="var" arg="dir" op="equ" val="norm">
            <dgm:constrLst>
              <dgm:constr type="l" for="ch" forName="wedge1" refType="w" fact="0.1017"/>
              <dgm:constr type="t" for="ch" forName="wedge1" refType="w" fact="0.035"/>
              <dgm:constr type="w" for="ch" forName="wedge1" refType="w" fact="0.84"/>
              <dgm:constr type="h" for="ch" forName="wedge1" refType="h" fact="0.84"/>
              <dgm:constr type="l" for="ch" forName="wedge1Tx" refType="w" fact="0.53"/>
              <dgm:constr type="t" for="ch" forName="wedge1Tx" refType="h" fact="0.115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8"/>
              <dgm:constr type="t" for="ch" forName="wedge7" refType="h" fact="0.08"/>
              <dgm:constr type="w" for="ch" forName="wedge7" refType="w" fact="0.84"/>
              <dgm:constr type="h" for="ch" forName="wedge7" refType="h" fact="0.84"/>
              <dgm:constr type="l" for="ch" forName="wedge7Tx" refType="w" fact="0.262"/>
              <dgm:constr type="t" for="ch" forName="wedge7Tx" refType="h" fact="0.16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if>
          <dgm:else name="Name22">
            <dgm:constrLst>
              <dgm:constr type="l" for="ch" forName="wedge1" refType="w" fact="0.08"/>
              <dgm:constr type="t" for="ch" forName="wedge1" refType="w" fact="0.08"/>
              <dgm:constr type="w" for="ch" forName="wedge1" refType="w" fact="0.84"/>
              <dgm:constr type="h" for="ch" forName="wedge1" refType="h" fact="0.84"/>
              <dgm:constr type="l" for="ch" forName="wedge1Tx" refType="w" fact="0.508"/>
              <dgm:constr type="t" for="ch" forName="wedge1Tx" refType="h" fact="0.16"/>
              <dgm:constr type="w" for="ch" forName="wedge1Tx" refType="w" fact="0.23"/>
              <dgm:constr type="h" for="ch" forName="wedge1Tx" refType="h" fact="0.145"/>
              <dgm:constr type="l" for="ch" forName="wedge2" refType="w" fact="0.08"/>
              <dgm:constr type="t" for="ch" forName="wedge2" refType="w" fact="0.08"/>
              <dgm:constr type="w" for="ch" forName="wedge2" refType="w" fact="0.84"/>
              <dgm:constr type="h" for="ch" forName="wedge2" refType="h" fact="0.84"/>
              <dgm:constr type="l" for="ch" forName="wedge2Tx" refType="w" fact="0.655"/>
              <dgm:constr type="t" for="ch" forName="wedge2Tx" refType="h" fact="0.38"/>
              <dgm:constr type="w" for="ch" forName="wedge2Tx" refType="w" fact="0.244"/>
              <dgm:constr type="h" for="ch" forName="wedge2Tx" refType="h" fact="0.155"/>
              <dgm:constr type="l" for="ch" forName="wedge3" refType="w" fact="0.08"/>
              <dgm:constr type="t" for="ch" forName="wedge3" refType="w" fact="0.08"/>
              <dgm:constr type="w" for="ch" forName="wedge3" refType="w" fact="0.84"/>
              <dgm:constr type="h" for="ch" forName="wedge3" refType="h" fact="0.84"/>
              <dgm:constr type="l" for="ch" forName="wedge3Tx" refType="w" fact="0.62"/>
              <dgm:constr type="t" for="ch" forName="wedge3Tx" refType="h" fact="0.58"/>
              <dgm:constr type="w" for="ch" forName="wedge3Tx" refType="w" fact="0.22"/>
              <dgm:constr type="h" for="ch" forName="wedge3Tx" refType="h" fact="0.16"/>
              <dgm:constr type="l" for="ch" forName="wedge4" refType="w" fact="0.08"/>
              <dgm:constr type="t" for="ch" forName="wedge4" refType="h" fact="0.08"/>
              <dgm:constr type="w" for="ch" forName="wedge4" refType="w" fact="0.84"/>
              <dgm:constr type="h" for="ch" forName="wedge4" refType="h" fact="0.84"/>
              <dgm:constr type="l" for="ch" forName="wedge4Tx" refType="w" fact="0.3875"/>
              <dgm:constr type="t" for="ch" forName="wedge4Tx" refType="h" fact="0.74"/>
              <dgm:constr type="w" for="ch" forName="wedge4Tx" refType="w" fact="0.225"/>
              <dgm:constr type="h" for="ch" forName="wedge4Tx" refType="h" fact="0.16"/>
              <dgm:constr type="l" for="ch" forName="wedge5" refType="w" fact="0.08"/>
              <dgm:constr type="t" for="ch" forName="wedge5" refType="h" fact="0.08"/>
              <dgm:constr type="w" for="ch" forName="wedge5" refType="w" fact="0.84"/>
              <dgm:constr type="h" for="ch" forName="wedge5" refType="h" fact="0.84"/>
              <dgm:constr type="l" for="ch" forName="wedge5Tx" refType="w" fact="0.16"/>
              <dgm:constr type="t" for="ch" forName="wedge5Tx" refType="h" fact="0.58"/>
              <dgm:constr type="w" for="ch" forName="wedge5Tx" refType="w" fact="0.22"/>
              <dgm:constr type="h" for="ch" forName="wedge5Tx" refType="h" fact="0.16"/>
              <dgm:constr type="l" for="ch" forName="wedge6" refType="w" fact="0.08"/>
              <dgm:constr type="t" for="ch" forName="wedge6" refType="h" fact="0.08"/>
              <dgm:constr type="w" for="ch" forName="wedge6" refType="w" fact="0.84"/>
              <dgm:constr type="h" for="ch" forName="wedge6" refType="h" fact="0.84"/>
              <dgm:constr type="l" for="ch" forName="wedge6Tx" refType="w" fact="0.101"/>
              <dgm:constr type="t" for="ch" forName="wedge6Tx" refType="h" fact="0.38"/>
              <dgm:constr type="w" for="ch" forName="wedge6Tx" refType="w" fact="0.244"/>
              <dgm:constr type="h" for="ch" forName="wedge6Tx" refType="h" fact="0.155"/>
              <dgm:constr type="l" for="ch" forName="wedge7" refType="w" fact="0.0583"/>
              <dgm:constr type="t" for="ch" forName="wedge7" refType="h" fact="0.035"/>
              <dgm:constr type="w" for="ch" forName="wedge7" refType="w" fact="0.84"/>
              <dgm:constr type="h" for="ch" forName="wedge7" refType="h" fact="0.84"/>
              <dgm:constr type="l" for="ch" forName="wedge7Tx" refType="w" fact="0.2403"/>
              <dgm:constr type="t" for="ch" forName="wedge7Tx" refType="h" fact="0.115"/>
              <dgm:constr type="w" for="ch" forName="wedge7Tx" refType="w" fact="0.23"/>
              <dgm:constr type="h" for="ch" forName="wedge7Tx" refType="h" fact="0.145"/>
              <dgm:constr type="primFontSz" for="ch" ptType="node" op="equ"/>
            </dgm:constrLst>
          </dgm:else>
        </dgm:choose>
      </dgm:else>
    </dgm:choose>
    <dgm:ruleLst/>
    <dgm:choose name="Name23">
      <dgm:if name="Name24" axis="ch" ptType="node" func="cnt" op="gte" val="1">
        <dgm:layoutNode name="wedge1">
          <dgm:alg type="sp"/>
          <dgm:choose name="Name25">
            <dgm:if name="Name26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27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28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29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30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31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32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33">
            <dgm:if name="Name34" func="var" arg="dir" op="equ" val="norm">
              <dgm:presOf axis="ch desOrSelf" ptType="node node" st="1 1" cnt="1 0"/>
            </dgm:if>
            <dgm:else name="Name35">
              <dgm:choose name="Name36">
                <dgm:if name="Name37" axis="ch" ptType="node" func="cnt" op="equ" val="1">
                  <dgm:presOf axis="ch desOrSelf" ptType="node node" st="1 1" cnt="1 0"/>
                </dgm:if>
                <dgm:if name="Name38" axis="ch" ptType="node" func="cnt" op="equ" val="2">
                  <dgm:presOf axis="ch desOrSelf" ptType="node node" st="2 1" cnt="1 0"/>
                </dgm:if>
                <dgm:if name="Name39" axis="ch" ptType="node" func="cnt" op="equ" val="3">
                  <dgm:presOf axis="ch desOrSelf" ptType="node node" st="3 1" cnt="1 0"/>
                </dgm:if>
                <dgm:if name="Name40" axis="ch" ptType="node" func="cnt" op="equ" val="4">
                  <dgm:presOf axis="ch desOrSelf" ptType="node node" st="4 1" cnt="1 0"/>
                </dgm:if>
                <dgm:if name="Name41" axis="ch" ptType="node" func="cnt" op="equ" val="5">
                  <dgm:presOf axis="ch desOrSelf" ptType="node node" st="5 1" cnt="1 0"/>
                </dgm:if>
                <dgm:if name="Name42" axis="ch" ptType="node" func="cnt" op="equ" val="6">
                  <dgm:presOf axis="ch desOrSelf" ptType="node node" st="6 1" cnt="1 0"/>
                </dgm:if>
                <dgm:else name="Name43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44">
            <dgm:if name="Name45" func="var" arg="dir" op="equ" val="norm">
              <dgm:presOf axis="ch desOrSelf" ptType="node node" st="1 1" cnt="1 0"/>
            </dgm:if>
            <dgm:else name="Name46">
              <dgm:choose name="Name47">
                <dgm:if name="Name48" axis="ch" ptType="node" func="cnt" op="equ" val="1">
                  <dgm:presOf axis="ch desOrSelf" ptType="node node" st="1 1" cnt="1 0"/>
                </dgm:if>
                <dgm:if name="Name49" axis="ch" ptType="node" func="cnt" op="equ" val="2">
                  <dgm:presOf axis="ch desOrSelf" ptType="node node" st="2 1" cnt="1 0"/>
                </dgm:if>
                <dgm:if name="Name50" axis="ch" ptType="node" func="cnt" op="equ" val="3">
                  <dgm:presOf axis="ch desOrSelf" ptType="node node" st="3 1" cnt="1 0"/>
                </dgm:if>
                <dgm:if name="Name51" axis="ch" ptType="node" func="cnt" op="equ" val="4">
                  <dgm:presOf axis="ch desOrSelf" ptType="node node" st="4 1" cnt="1 0"/>
                </dgm:if>
                <dgm:if name="Name52" axis="ch" ptType="node" func="cnt" op="equ" val="5">
                  <dgm:presOf axis="ch desOrSelf" ptType="node node" st="5 1" cnt="1 0"/>
                </dgm:if>
                <dgm:if name="Name53" axis="ch" ptType="node" func="cnt" op="equ" val="6">
                  <dgm:presOf axis="ch desOrSelf" ptType="node node" st="6 1" cnt="1 0"/>
                </dgm:if>
                <dgm:else name="Name54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55"/>
    </dgm:choose>
    <dgm:choose name="Name56">
      <dgm:if name="Name57" axis="ch" ptType="node" func="cnt" op="gte" val="2">
        <dgm:layoutNode name="wedge2">
          <dgm:alg type="sp"/>
          <dgm:choose name="Name58">
            <dgm:if name="Name59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60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61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62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63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64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65">
            <dgm:if name="Name66" func="var" arg="dir" op="equ" val="norm">
              <dgm:presOf axis="ch desOrSelf" ptType="node node" st="2 1" cnt="1 0"/>
            </dgm:if>
            <dgm:else name="Name67">
              <dgm:choose name="Name68">
                <dgm:if name="Name69" axis="ch" ptType="node" func="cnt" op="equ" val="2">
                  <dgm:presOf axis="ch desOrSelf" ptType="node node" st="1 1" cnt="1 0"/>
                </dgm:if>
                <dgm:if name="Name70" axis="ch" ptType="node" func="cnt" op="equ" val="3">
                  <dgm:presOf axis="ch desOrSelf" ptType="node node" st="2 1" cnt="1 0"/>
                </dgm:if>
                <dgm:if name="Name71" axis="ch" ptType="node" func="cnt" op="equ" val="4">
                  <dgm:presOf axis="ch desOrSelf" ptType="node node" st="3 1" cnt="1 0"/>
                </dgm:if>
                <dgm:if name="Name72" axis="ch" ptType="node" func="cnt" op="equ" val="5">
                  <dgm:presOf axis="ch desOrSelf" ptType="node node" st="4 1" cnt="1 0"/>
                </dgm:if>
                <dgm:if name="Name73" axis="ch" ptType="node" func="cnt" op="equ" val="6">
                  <dgm:presOf axis="ch desOrSelf" ptType="node node" st="5 1" cnt="1 0"/>
                </dgm:if>
                <dgm:else name="Name74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75">
            <dgm:if name="Name76" func="var" arg="dir" op="equ" val="norm">
              <dgm:presOf axis="ch desOrSelf" ptType="node node" st="2 1" cnt="1 0"/>
            </dgm:if>
            <dgm:else name="Name77">
              <dgm:choose name="Name78">
                <dgm:if name="Name79" axis="ch" ptType="node" func="cnt" op="equ" val="2">
                  <dgm:presOf axis="ch desOrSelf" ptType="node node" st="1 1" cnt="1 0"/>
                </dgm:if>
                <dgm:if name="Name80" axis="ch" ptType="node" func="cnt" op="equ" val="3">
                  <dgm:presOf axis="ch desOrSelf" ptType="node node" st="2 1" cnt="1 0"/>
                </dgm:if>
                <dgm:if name="Name81" axis="ch" ptType="node" func="cnt" op="equ" val="4">
                  <dgm:presOf axis="ch desOrSelf" ptType="node node" st="3 1" cnt="1 0"/>
                </dgm:if>
                <dgm:if name="Name82" axis="ch" ptType="node" func="cnt" op="equ" val="5">
                  <dgm:presOf axis="ch desOrSelf" ptType="node node" st="4 1" cnt="1 0"/>
                </dgm:if>
                <dgm:if name="Name83" axis="ch" ptType="node" func="cnt" op="equ" val="6">
                  <dgm:presOf axis="ch desOrSelf" ptType="node node" st="5 1" cnt="1 0"/>
                </dgm:if>
                <dgm:else name="Name84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85"/>
    </dgm:choose>
    <dgm:choose name="Name86">
      <dgm:if name="Name87" axis="ch" ptType="node" func="cnt" op="gte" val="3">
        <dgm:layoutNode name="wedge3">
          <dgm:alg type="sp"/>
          <dgm:choose name="Name88">
            <dgm:if name="Name89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90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91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92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93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94">
            <dgm:if name="Name95" func="var" arg="dir" op="equ" val="norm">
              <dgm:presOf axis="ch desOrSelf" ptType="node node" st="3 1" cnt="1 0"/>
            </dgm:if>
            <dgm:else name="Name96">
              <dgm:choose name="Name97">
                <dgm:if name="Name98" axis="ch" ptType="node" func="cnt" op="equ" val="3">
                  <dgm:presOf axis="ch desOrSelf" ptType="node node" st="1 1" cnt="1 0"/>
                </dgm:if>
                <dgm:if name="Name99" axis="ch" ptType="node" func="cnt" op="equ" val="4">
                  <dgm:presOf axis="ch desOrSelf" ptType="node node" st="2 1" cnt="1 0"/>
                </dgm:if>
                <dgm:if name="Name100" axis="ch" ptType="node" func="cnt" op="equ" val="5">
                  <dgm:presOf axis="ch desOrSelf" ptType="node node" st="3 1" cnt="1 0"/>
                </dgm:if>
                <dgm:if name="Name101" axis="ch" ptType="node" func="cnt" op="equ" val="6">
                  <dgm:presOf axis="ch desOrSelf" ptType="node node" st="4 1" cnt="1 0"/>
                </dgm:if>
                <dgm:else name="Name102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03">
            <dgm:if name="Name104" func="var" arg="dir" op="equ" val="norm">
              <dgm:presOf axis="ch desOrSelf" ptType="node node" st="3 1" cnt="1 0"/>
            </dgm:if>
            <dgm:else name="Name105">
              <dgm:choose name="Name106">
                <dgm:if name="Name107" axis="ch" ptType="node" func="cnt" op="equ" val="3">
                  <dgm:presOf axis="ch desOrSelf" ptType="node node" st="1 1" cnt="1 0"/>
                </dgm:if>
                <dgm:if name="Name108" axis="ch" ptType="node" func="cnt" op="equ" val="4">
                  <dgm:presOf axis="ch desOrSelf" ptType="node node" st="2 1" cnt="1 0"/>
                </dgm:if>
                <dgm:if name="Name109" axis="ch" ptType="node" func="cnt" op="equ" val="5">
                  <dgm:presOf axis="ch desOrSelf" ptType="node node" st="3 1" cnt="1 0"/>
                </dgm:if>
                <dgm:if name="Name110" axis="ch" ptType="node" func="cnt" op="equ" val="6">
                  <dgm:presOf axis="ch desOrSelf" ptType="node node" st="4 1" cnt="1 0"/>
                </dgm:if>
                <dgm:else name="Name111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12"/>
    </dgm:choose>
    <dgm:choose name="Name113">
      <dgm:if name="Name114" axis="ch" ptType="node" func="cnt" op="gte" val="4">
        <dgm:layoutNode name="wedge4">
          <dgm:alg type="sp"/>
          <dgm:choose name="Name115">
            <dgm:if name="Name116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17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18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19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20">
            <dgm:if name="Name121" func="var" arg="dir" op="equ" val="norm">
              <dgm:presOf axis="ch desOrSelf" ptType="node node" st="4 1" cnt="1 0"/>
            </dgm:if>
            <dgm:else name="Name122">
              <dgm:choose name="Name123">
                <dgm:if name="Name124" axis="ch" ptType="node" func="cnt" op="equ" val="4">
                  <dgm:presOf axis="ch desOrSelf" ptType="node node" st="1 1" cnt="1 0"/>
                </dgm:if>
                <dgm:if name="Name125" axis="ch" ptType="node" func="cnt" op="equ" val="5">
                  <dgm:presOf axis="ch desOrSelf" ptType="node node" st="2 1" cnt="1 0"/>
                </dgm:if>
                <dgm:if name="Name126" axis="ch" ptType="node" func="cnt" op="equ" val="6">
                  <dgm:presOf axis="ch desOrSelf" ptType="node node" st="3 1" cnt="1 0"/>
                </dgm:if>
                <dgm:else name="Name127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28">
            <dgm:if name="Name129" func="var" arg="dir" op="equ" val="norm">
              <dgm:presOf axis="ch desOrSelf" ptType="node node" st="4 1" cnt="1 0"/>
            </dgm:if>
            <dgm:else name="Name130">
              <dgm:choose name="Name131">
                <dgm:if name="Name132" axis="ch" ptType="node" func="cnt" op="equ" val="4">
                  <dgm:presOf axis="ch desOrSelf" ptType="node node" st="1 1" cnt="1 0"/>
                </dgm:if>
                <dgm:if name="Name133" axis="ch" ptType="node" func="cnt" op="equ" val="5">
                  <dgm:presOf axis="ch desOrSelf" ptType="node node" st="2 1" cnt="1 0"/>
                </dgm:if>
                <dgm:if name="Name134" axis="ch" ptType="node" func="cnt" op="equ" val="6">
                  <dgm:presOf axis="ch desOrSelf" ptType="node node" st="3 1" cnt="1 0"/>
                </dgm:if>
                <dgm:else name="Name135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36"/>
    </dgm:choose>
    <dgm:choose name="Name137">
      <dgm:if name="Name138" axis="ch" ptType="node" func="cnt" op="gte" val="5">
        <dgm:layoutNode name="wedge5">
          <dgm:alg type="sp"/>
          <dgm:choose name="Name139">
            <dgm:if name="Name140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41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42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43">
            <dgm:if name="Name144" func="var" arg="dir" op="equ" val="norm">
              <dgm:presOf axis="ch desOrSelf" ptType="node node" st="5 1" cnt="1 0"/>
            </dgm:if>
            <dgm:else name="Name145">
              <dgm:choose name="Name146">
                <dgm:if name="Name147" axis="ch" ptType="node" func="cnt" op="equ" val="5">
                  <dgm:presOf axis="ch desOrSelf" ptType="node node" st="1 1" cnt="1 0"/>
                </dgm:if>
                <dgm:if name="Name148" axis="ch" ptType="node" func="cnt" op="equ" val="6">
                  <dgm:presOf axis="ch desOrSelf" ptType="node node" st="2 1" cnt="1 0"/>
                </dgm:if>
                <dgm:else name="Name149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0">
            <dgm:if name="Name151" func="var" arg="dir" op="equ" val="norm">
              <dgm:presOf axis="ch desOrSelf" ptType="node node" st="5 1" cnt="1 0"/>
            </dgm:if>
            <dgm:else name="Name152">
              <dgm:choose name="Name153">
                <dgm:if name="Name154" axis="ch" ptType="node" func="cnt" op="equ" val="5">
                  <dgm:presOf axis="ch desOrSelf" ptType="node node" st="1 1" cnt="1 0"/>
                </dgm:if>
                <dgm:if name="Name155" axis="ch" ptType="node" func="cnt" op="equ" val="6">
                  <dgm:presOf axis="ch desOrSelf" ptType="node node" st="2 1" cnt="1 0"/>
                </dgm:if>
                <dgm:else name="Name156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57"/>
    </dgm:choose>
    <dgm:choose name="Name158">
      <dgm:if name="Name159" axis="ch" ptType="node" func="cnt" op="gte" val="6">
        <dgm:layoutNode name="wedge6">
          <dgm:alg type="sp"/>
          <dgm:choose name="Name160">
            <dgm:if name="Name161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62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63">
            <dgm:if name="Name164" func="var" arg="dir" op="equ" val="norm">
              <dgm:presOf axis="ch desOrSelf" ptType="node node" st="6 1" cnt="1 0"/>
            </dgm:if>
            <dgm:else name="Name165">
              <dgm:choose name="Name166">
                <dgm:if name="Name167" axis="ch" ptType="node" func="cnt" op="equ" val="6">
                  <dgm:presOf axis="ch desOrSelf" ptType="node node" st="1 1" cnt="1 0"/>
                </dgm:if>
                <dgm:else name="Name168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9">
            <dgm:if name="Name170" func="var" arg="dir" op="equ" val="norm">
              <dgm:presOf axis="ch desOrSelf" ptType="node node" st="6 1" cnt="1 0"/>
            </dgm:if>
            <dgm:else name="Name171">
              <dgm:choose name="Name172">
                <dgm:if name="Name173" axis="ch" ptType="node" func="cnt" op="equ" val="6">
                  <dgm:presOf axis="ch desOrSelf" ptType="node node" st="1 1" cnt="1 0"/>
                </dgm:if>
                <dgm:else name="Name174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75"/>
    </dgm:choose>
    <dgm:choose name="Name176">
      <dgm:if name="Name177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78">
            <dgm:if name="Name179" func="var" arg="dir" op="equ" val="norm">
              <dgm:presOf axis="ch desOrSelf" ptType="node node" st="7 1" cnt="1 0"/>
            </dgm:if>
            <dgm:else name="Name180">
              <dgm:presOf axis="ch desOrSelf" ptType="node node" st="1 1" cnt="1 0"/>
            </dgm:else>
          </dgm:choose>
          <dgm:constrLst/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81">
            <dgm:if name="Name182" func="var" arg="dir" op="equ" val="norm">
              <dgm:presOf axis="ch desOrSelf" ptType="node node" st="7 1" cnt="1 0"/>
            </dgm:if>
            <dgm:else name="Name183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84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44C56-DCDC-6446-B63D-49A96042BD2E}" type="datetimeFigureOut">
              <a:rPr lang="es-ES" smtClean="0"/>
              <a:t>27/3/26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65E99-AAED-FC4E-A749-7D78CE3ABC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661324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93736A-6822-01BC-2486-1CB571AEE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882498C-625E-7041-5A0E-1504ACB72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CB6D13-36E5-34E9-172D-15284DA7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7D06FB7-6E13-A800-DDD8-573D67DE3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6483A29-3814-B9CB-225D-18F57057B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28499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F734CB-028B-4F8E-98AE-0EB4E4C13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5C1ABC-9AE4-24CD-6B4E-F129386F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BA7F8D-C333-48CD-8DBC-DD6891B27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8F85831-4084-77B8-1E22-7050F15EF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B6C03C-73BF-0EBD-A7BB-1DE9BDDDF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78612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63F0D2-7A05-F67D-7A5E-A7A8DF0CF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86775F7-60E4-C511-5039-1B809367C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D0DACB-8889-8D82-2B2E-2016C326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CE4CA4-4014-8BC4-68DB-6C397414E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F8E0547-AFA6-DD6F-6A72-DF467993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2427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6EE7DD-A033-52E8-FCF3-16C120BEC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A038EE-DEFA-F207-9AF0-B470C3CA47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C3B5F9C-0697-2A6F-99BE-CE852B801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832E2CF-F6C9-D2E5-12EA-430E86E43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2FDC84-F7D0-5C9F-CEB0-BCDE09804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83CE750-3D0D-5E19-B9DF-23EC0A543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5149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3439B-C12A-ED62-6B96-8FE7F3B30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5DC134-1FE1-EE12-CBCF-04A7FB6CF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597759-14C0-E5AC-E18D-D068F93C4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08263E-10C3-E20A-5DC9-0BB3CFEE3D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FC5F822-CD3E-BD91-0647-BC94B8BCFE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0809EB1-D13E-C075-E2C6-23972763E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D803215-F800-D2BB-F603-EFE5DD9CF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C1D9A11-DA63-01E9-81BE-289D6AE00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7247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33ADD7-590A-BBF1-7482-2B56A808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7A212F6-F7B2-4EC7-83E2-A6121B12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20466B7-4067-CAF5-A818-FB4A61D40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1695A1-C710-2B6F-B7FF-E958E7F3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5752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D2BA3AF8-BDE5-EECB-F79A-EE60D28E6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2BBD0F4-F1F9-4645-4358-BB17781CD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AEF3407-64A3-5843-A0D9-D0B2CC1B6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79188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6C491-C77C-645C-CDFD-E78179F2D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BA9460-84FD-565F-2969-1A5C03FB8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9CD8372-9330-334B-67CC-158853A818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BEF4C27-02AA-3083-8E5F-CF0CCF994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3879E80-676B-50EE-2936-625EF55B4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1B914A4-42D5-D47D-B261-CDAA8C6CB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50737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7E717-BE23-007D-12D2-E80F6320E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36F3A6E4-CA69-5BFB-F173-186673A006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A2F1460-BA7A-38C2-45D8-9291582E56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0703D35-B6FD-58C2-D6B5-C6558EDF8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4670F7D-E9C4-3B41-0D32-74603C521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46EE289-3264-2E26-F1C4-382F8D94C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322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718A40-D97C-E147-0ECA-E55C97C97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71FA357-7278-D52E-7C73-F238462D0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2DE9CB-872A-E13F-3C2E-74365A758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309E87-F0D1-4055-7527-155EC767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670FD6-9367-1FC8-A89A-45BBEE6A3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22087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E8EF0B-D1D6-1275-AD8E-88E9392C8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C3DD467-407A-9041-C677-6DF77CB4B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21B375-2FF1-AA10-5799-A0D24594A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515E6F-DEB6-50C2-A9C0-2099AB4A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FF1981-AD45-3CF1-BACC-7254BC64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98288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EB2E139-ABD4-8A10-81D2-AF510B25D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F43998-867F-F757-CD0D-70484B2C4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BAB669-3F4B-ED48-1226-CBF1AFA1EB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6/3/2026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9C10CE-0908-EBDC-1DCF-1CBC8C5B1F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s-ES"/>
              <a:t>Fuente: Dataset Hotel Reservations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4F29EA9-4851-556F-5CAF-DB29A6F2B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BACD09-16EE-EF4D-A1F4-B2B2CECA11F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9467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4.xml"/><Relationship Id="rId3" Type="http://schemas.openxmlformats.org/officeDocument/2006/relationships/diagramLayout" Target="../diagrams/layout3.xml"/><Relationship Id="rId7" Type="http://schemas.openxmlformats.org/officeDocument/2006/relationships/diagramData" Target="../diagrams/data4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microsoft.com/office/2007/relationships/diagramDrawing" Target="../diagrams/drawing4.xml"/><Relationship Id="rId5" Type="http://schemas.openxmlformats.org/officeDocument/2006/relationships/diagramColors" Target="../diagrams/colors3.xml"/><Relationship Id="rId10" Type="http://schemas.openxmlformats.org/officeDocument/2006/relationships/diagramColors" Target="../diagrams/colors4.xml"/><Relationship Id="rId4" Type="http://schemas.openxmlformats.org/officeDocument/2006/relationships/diagramQuickStyle" Target="../diagrams/quickStyle3.xml"/><Relationship Id="rId9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DA9C8D46-54D8-4DF1-99A2-E651C7B132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Freeform: Shape 75">
            <a:extLst>
              <a:ext uri="{FF2B5EF4-FFF2-40B4-BE49-F238E27FC236}">
                <a16:creationId xmlns:a16="http://schemas.microsoft.com/office/drawing/2014/main" id="{DE12BF4D-F47A-41C1-85FC-652E412D3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3988591">
            <a:off x="7897613" y="684022"/>
            <a:ext cx="5330585" cy="5218721"/>
          </a:xfrm>
          <a:custGeom>
            <a:avLst/>
            <a:gdLst>
              <a:gd name="connsiteX0" fmla="*/ 4721855 w 5330585"/>
              <a:gd name="connsiteY0" fmla="*/ 4361426 h 5218721"/>
              <a:gd name="connsiteX1" fmla="*/ 3457542 w 5330585"/>
              <a:gd name="connsiteY1" fmla="*/ 5211667 h 5218721"/>
              <a:gd name="connsiteX2" fmla="*/ 3430109 w 5330585"/>
              <a:gd name="connsiteY2" fmla="*/ 5218721 h 5218721"/>
              <a:gd name="connsiteX3" fmla="*/ 0 w 5330585"/>
              <a:gd name="connsiteY3" fmla="*/ 2647363 h 5218721"/>
              <a:gd name="connsiteX4" fmla="*/ 12834 w 5330585"/>
              <a:gd name="connsiteY4" fmla="*/ 2393199 h 5218721"/>
              <a:gd name="connsiteX5" fmla="*/ 2664828 w 5330585"/>
              <a:gd name="connsiteY5" fmla="*/ 0 h 5218721"/>
              <a:gd name="connsiteX6" fmla="*/ 5330585 w 5330585"/>
              <a:gd name="connsiteY6" fmla="*/ 2665757 h 5218721"/>
              <a:gd name="connsiteX7" fmla="*/ 4721855 w 5330585"/>
              <a:gd name="connsiteY7" fmla="*/ 4361426 h 521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330585" h="5218721">
                <a:moveTo>
                  <a:pt x="4721855" y="4361426"/>
                </a:moveTo>
                <a:cubicBezTo>
                  <a:pt x="4395896" y="4756397"/>
                  <a:pt x="3958379" y="5055891"/>
                  <a:pt x="3457542" y="5211667"/>
                </a:cubicBezTo>
                <a:lnTo>
                  <a:pt x="3430109" y="5218721"/>
                </a:lnTo>
                <a:lnTo>
                  <a:pt x="0" y="2647363"/>
                </a:lnTo>
                <a:lnTo>
                  <a:pt x="12834" y="2393199"/>
                </a:lnTo>
                <a:cubicBezTo>
                  <a:pt x="149347" y="1048975"/>
                  <a:pt x="1284587" y="0"/>
                  <a:pt x="2664828" y="0"/>
                </a:cubicBezTo>
                <a:cubicBezTo>
                  <a:pt x="4137085" y="0"/>
                  <a:pt x="5330585" y="1193500"/>
                  <a:pt x="5330585" y="2665757"/>
                </a:cubicBezTo>
                <a:cubicBezTo>
                  <a:pt x="5330585" y="3309870"/>
                  <a:pt x="5102142" y="3900626"/>
                  <a:pt x="4721855" y="4361426"/>
                </a:cubicBezTo>
                <a:close/>
              </a:path>
            </a:pathLst>
          </a:custGeom>
          <a:gradFill>
            <a:gsLst>
              <a:gs pos="16000">
                <a:srgbClr val="000000">
                  <a:alpha val="41000"/>
                </a:srgbClr>
              </a:gs>
              <a:gs pos="85000">
                <a:schemeClr val="accent1">
                  <a:alpha val="2500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AF055B3-1F95-4ABA-BFE4-A58320A820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0"/>
            <a:ext cx="12165981" cy="448089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65FBF53F-BBBA-4974-AD72-0E8CD294E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12622" y="-2"/>
            <a:ext cx="12179371" cy="6400796"/>
          </a:xfrm>
          <a:prstGeom prst="rect">
            <a:avLst/>
          </a:prstGeom>
          <a:gradFill>
            <a:gsLst>
              <a:gs pos="4500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68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E07308-600E-DDFC-5531-18860F866E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29379" y="233461"/>
            <a:ext cx="7059057" cy="2779619"/>
          </a:xfrm>
        </p:spPr>
        <p:txBody>
          <a:bodyPr anchor="b">
            <a:normAutofit/>
          </a:bodyPr>
          <a:lstStyle/>
          <a:p>
            <a:pPr algn="l"/>
            <a:r>
              <a:rPr lang="es-ES" sz="48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Modelos predictivos en R para cancelaciones hoteleras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2C51AF-D8C4-F047-AF1D-5EA42907F6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29378" y="3072882"/>
            <a:ext cx="7213438" cy="12651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ES" altLang="es-ES" sz="2000" b="0" i="0" u="none" strike="noStrike" cap="none" normalizeH="0" baseline="0" dirty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Modelo GLM y estrategias de overbooking para asegurar los ingresos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5A2875D7-3769-4291-959E-9FAD764A7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2461" y="0"/>
            <a:ext cx="3214360" cy="6858000"/>
          </a:xfrm>
          <a:prstGeom prst="rect">
            <a:avLst/>
          </a:prstGeom>
          <a:gradFill>
            <a:gsLst>
              <a:gs pos="0">
                <a:srgbClr val="000000">
                  <a:alpha val="41000"/>
                </a:srgbClr>
              </a:gs>
              <a:gs pos="86000">
                <a:schemeClr val="accent1">
                  <a:alpha val="3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B1559B28-BE99-E57F-D5D2-BE79164F0264}"/>
              </a:ext>
            </a:extLst>
          </p:cNvPr>
          <p:cNvSpPr txBox="1"/>
          <p:nvPr/>
        </p:nvSpPr>
        <p:spPr>
          <a:xfrm>
            <a:off x="595728" y="5453270"/>
            <a:ext cx="288782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Anaís Nájar Martínez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Alberto López Alfaro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Gabriel Ferrández García 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4AB8E32C-3F0D-021A-7CC5-DC459679A683}"/>
              </a:ext>
            </a:extLst>
          </p:cNvPr>
          <p:cNvSpPr txBox="1"/>
          <p:nvPr/>
        </p:nvSpPr>
        <p:spPr>
          <a:xfrm>
            <a:off x="550360" y="4736091"/>
            <a:ext cx="2887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 Marzo 2026</a:t>
            </a:r>
          </a:p>
        </p:txBody>
      </p:sp>
      <p:pic>
        <p:nvPicPr>
          <p:cNvPr id="70" name="Imagen 69" descr="Logotipo&#10;&#10;El contenido generado por IA puede ser incorrecto.">
            <a:extLst>
              <a:ext uri="{FF2B5EF4-FFF2-40B4-BE49-F238E27FC236}">
                <a16:creationId xmlns:a16="http://schemas.microsoft.com/office/drawing/2014/main" id="{3A2A7028-762E-6961-3A9C-05919A2A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9264" y="1104554"/>
            <a:ext cx="2056617" cy="218882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0B8ECB6-2A15-F88E-B57E-C4CBCF2147A8}"/>
              </a:ext>
            </a:extLst>
          </p:cNvPr>
          <p:cNvSpPr txBox="1"/>
          <p:nvPr/>
        </p:nvSpPr>
        <p:spPr>
          <a:xfrm>
            <a:off x="583659" y="6417245"/>
            <a:ext cx="28878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 11</a:t>
            </a:r>
          </a:p>
        </p:txBody>
      </p:sp>
    </p:spTree>
    <p:extLst>
      <p:ext uri="{BB962C8B-B14F-4D97-AF65-F5344CB8AC3E}">
        <p14:creationId xmlns:p14="http://schemas.microsoft.com/office/powerpoint/2010/main" val="2650733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CCA9F-C5A2-8C8B-18E6-85F34A0D0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DEC9C7F-CD0B-ED17-A65C-05C99BC6D4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3AD8465-2B63-9FF6-AC9C-766820A8FC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B434A79-8999-6E78-9D7B-C77476434CE9}"/>
              </a:ext>
            </a:extLst>
          </p:cNvPr>
          <p:cNvSpPr/>
          <p:nvPr/>
        </p:nvSpPr>
        <p:spPr>
          <a:xfrm>
            <a:off x="-1" y="-18452"/>
            <a:ext cx="1219197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62EFC2-8FBA-7C18-9ED8-242EF088A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925" y="498752"/>
            <a:ext cx="6844118" cy="722336"/>
          </a:xfrm>
        </p:spPr>
        <p:txBody>
          <a:bodyPr anchor="t">
            <a:noAutofit/>
          </a:bodyPr>
          <a:lstStyle/>
          <a:p>
            <a:pPr algn="ctr"/>
            <a:r>
              <a:rPr lang="es-E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Resumen Ejecutivo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707E7-E085-2689-A5EC-E975C8C9F9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E105D1F1-7C51-9E93-18EE-DA4EE230B0D3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CEB688FC-4AB9-8166-971E-867D565B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B3EA4FB-DCF4-9AAE-6D65-0D14B00F7315}"/>
              </a:ext>
            </a:extLst>
          </p:cNvPr>
          <p:cNvSpPr txBox="1"/>
          <p:nvPr/>
        </p:nvSpPr>
        <p:spPr>
          <a:xfrm>
            <a:off x="346509" y="2010757"/>
            <a:ext cx="11425188" cy="48167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El hotel se enfrenta a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una tasa de cancelación crítica 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del 33%, lo que desestabiliza la planificación y los ingresos.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Desarrollamos un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modelo con Regresión logística binomial 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para predecir qué reservas tienen un riesgo real de ser canceladas. Partiendo de un modelo simple, lo mejoramos hasta en dos ocasiones explicando como cambia.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Tras obtener el modelo final,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comprobamos con ANOVA 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la influencia de las variables, siendo estas todas significativas.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Riesgo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: El canal online presenta gran inestabilidad. La combinación de reservas caras con mucha antelación dispara el riesgo de cancelación.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Retención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: Ser cliente repetidor o realizar peticiones especiales reducen el abandono considerablemente.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Implementación de una estrategia de </a:t>
            </a: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overbooking inteligente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. Ajustamos el umbral predictivo al 70% para proteger la reputación del hotel, utilizando el volumen de error estadístico para revender habitaciones de forma segura.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4472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BBB434-4D01-B4D5-2884-53FCE30AC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835AB3A8-FB97-DD77-C12C-557118BA20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FE775A7-2905-0695-51D4-9CA7D2650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2A77107-97DA-7358-2116-9B84206A4984}"/>
              </a:ext>
            </a:extLst>
          </p:cNvPr>
          <p:cNvSpPr/>
          <p:nvPr/>
        </p:nvSpPr>
        <p:spPr>
          <a:xfrm>
            <a:off x="-1" y="-18452"/>
            <a:ext cx="1219197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8096634-AC28-7975-0489-06B87D8D4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3925" y="498752"/>
            <a:ext cx="6844118" cy="722336"/>
          </a:xfrm>
        </p:spPr>
        <p:txBody>
          <a:bodyPr anchor="t">
            <a:noAutofit/>
          </a:bodyPr>
          <a:lstStyle/>
          <a:p>
            <a:pPr algn="ctr"/>
            <a:r>
              <a:rPr lang="es-ES" sz="4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Agenda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532ED48-64ED-2657-862B-CDD848F2E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A0E8D0F-CF42-8063-1273-072A15A94987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Marcador de número de diapositiva 22">
            <a:extLst>
              <a:ext uri="{FF2B5EF4-FFF2-40B4-BE49-F238E27FC236}">
                <a16:creationId xmlns:a16="http://schemas.microsoft.com/office/drawing/2014/main" id="{737AF778-F945-909C-CA6E-AAC2B9BB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7" name="CuadroTexto 2">
            <a:extLst>
              <a:ext uri="{FF2B5EF4-FFF2-40B4-BE49-F238E27FC236}">
                <a16:creationId xmlns:a16="http://schemas.microsoft.com/office/drawing/2014/main" id="{65E98835-8ACE-1D48-9633-B34CC73489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4554392"/>
              </p:ext>
            </p:extLst>
          </p:nvPr>
        </p:nvGraphicFramePr>
        <p:xfrm>
          <a:off x="650217" y="1949068"/>
          <a:ext cx="8134968" cy="44478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0808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608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E58F3F-1968-5E87-268D-EB8AF901E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18D8E5F-07C8-9BA7-94C6-A4F789BE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411F498-485E-ACE1-715A-E9267157C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F4B6FF46-989A-0B6F-AC6E-C131BD52B940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33D9156-8CA2-7FB3-9AB8-C4D518D1D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087" y="525695"/>
            <a:ext cx="11249794" cy="655848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 objetivo: Predicción de cancelaciones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96FF653-412D-BE60-CFC2-6AA8B206F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1A89CAF1-EF84-2691-4661-77CF59A303BD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BE332E9-2181-A4C1-777C-EC0152F18B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5B91834-6740-A49A-6F6A-D4396DE1B6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950"/>
          <a:stretch>
            <a:fillRect/>
          </a:stretch>
        </p:blipFill>
        <p:spPr>
          <a:xfrm>
            <a:off x="8604831" y="2571130"/>
            <a:ext cx="3309678" cy="3422833"/>
          </a:xfrm>
          <a:prstGeom prst="rect">
            <a:avLst/>
          </a:prstGeom>
        </p:spPr>
      </p:pic>
      <p:graphicFrame>
        <p:nvGraphicFramePr>
          <p:cNvPr id="24" name="CuadroTexto 19">
            <a:extLst>
              <a:ext uri="{FF2B5EF4-FFF2-40B4-BE49-F238E27FC236}">
                <a16:creationId xmlns:a16="http://schemas.microsoft.com/office/drawing/2014/main" id="{B168A895-922E-226A-C996-466497F4927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70893556"/>
              </p:ext>
            </p:extLst>
          </p:nvPr>
        </p:nvGraphicFramePr>
        <p:xfrm>
          <a:off x="471087" y="1863333"/>
          <a:ext cx="7856264" cy="47107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42118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129497-F323-F245-7D2F-447A73623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0C35E29-A459-CC0E-54FA-876AB7799D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044433-FFB8-A56D-7296-28B21D92A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B1F6371C-0232-B0DC-CA46-006089C50A62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C792843-A655-F460-0829-891FFA683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4856" y="554523"/>
            <a:ext cx="11702255" cy="573889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Primer modelo: Variables base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444549-E166-3326-8109-B1B2CA7A1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DD6AEA1-259B-9A31-1E0F-D19D252F5903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284E44-EA46-3F5D-04C6-C97163CE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887075BF-1811-98D1-973D-51F4CAEE8982}"/>
              </a:ext>
            </a:extLst>
          </p:cNvPr>
          <p:cNvSpPr txBox="1"/>
          <p:nvPr/>
        </p:nvSpPr>
        <p:spPr>
          <a:xfrm>
            <a:off x="5774923" y="2443609"/>
            <a:ext cx="617218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9600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Hemos añadido las variables estudiadas en el EDA junto a variables estratégicas adicionales.  </a:t>
            </a:r>
          </a:p>
          <a:p>
            <a:pPr marL="110250"/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600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Todas las variables estudiadas son significativas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pues sus p-valores son muy pequeños.</a:t>
            </a:r>
          </a:p>
          <a:p>
            <a:pPr marL="110250"/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600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Mejora frente al modelo nulo (</a:t>
            </a:r>
            <a:r>
              <a:rPr lang="es-ES" b="1" dirty="0" err="1">
                <a:latin typeface="Arial" panose="020B0604020202020204" pitchFamily="34" charset="0"/>
                <a:cs typeface="Arial" panose="020B0604020202020204" pitchFamily="34" charset="0"/>
              </a:rPr>
              <a:t>Deviance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):</a:t>
            </a:r>
          </a:p>
          <a:p>
            <a:pPr marL="853200" lvl="2" indent="-285750">
              <a:buFontTx/>
              <a:buChar char="-"/>
            </a:pP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Deviance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nula (sin variables): 45.422</a:t>
            </a:r>
          </a:p>
          <a:p>
            <a:pPr marL="853200" lvl="2" indent="-285750">
              <a:buFontTx/>
              <a:buChar char="-"/>
            </a:pPr>
            <a:r>
              <a:rPr lang="es-ES" dirty="0" err="1">
                <a:latin typeface="Arial" panose="020B0604020202020204" pitchFamily="34" charset="0"/>
                <a:cs typeface="Arial" panose="020B0604020202020204" pitchFamily="34" charset="0"/>
              </a:rPr>
              <a:t>Deviance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Residual (modelo 1): 30.031</a:t>
            </a:r>
          </a:p>
          <a:p>
            <a:pPr marL="853200" lvl="2" indent="-285750">
              <a:buFontTx/>
              <a:buChar char="-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6000" lvl="1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AIC: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30.071</a:t>
            </a:r>
          </a:p>
          <a:p>
            <a:pPr marL="396000" lvl="1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96000" lvl="1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0.3388</a:t>
            </a:r>
            <a:endParaRPr lang="es-ES" sz="2000" dirty="0"/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B109035-56DC-E1FD-AA25-96F59BF2C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9940" y="1860580"/>
            <a:ext cx="5150104" cy="4807029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ED1C623C-D495-12E0-E5E3-949E19955213}"/>
              </a:ext>
            </a:extLst>
          </p:cNvPr>
          <p:cNvSpPr/>
          <p:nvPr/>
        </p:nvSpPr>
        <p:spPr>
          <a:xfrm>
            <a:off x="379930" y="6180881"/>
            <a:ext cx="3201471" cy="54059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02070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11AB22-C1A7-A8DE-4A25-27125202D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8244616-A0BD-578B-0AF2-EACCEB03A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3C3EFBF-701F-5923-A2BF-86474457B4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5052D80-130E-8EF0-9E22-BA149CE13444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85157D7-41BC-8CAC-2320-9C236E0D7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7" y="529383"/>
            <a:ext cx="12178768" cy="624171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Segundo modelo: Interacciones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46683E1-2F10-A0AA-868D-62DB1D4070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3F5BE67-1FCF-99E2-F8FC-BE2A4720E004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23221F1-3E0E-C09F-C8C0-F887D0651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A0712FD-12A9-5598-B6E6-184A7F276B14}"/>
              </a:ext>
            </a:extLst>
          </p:cNvPr>
          <p:cNvSpPr txBox="1"/>
          <p:nvPr/>
        </p:nvSpPr>
        <p:spPr>
          <a:xfrm>
            <a:off x="6011527" y="2158888"/>
            <a:ext cx="561633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impacto del precio y la fiabilidad del cliente repetidor cambia drásticamente dependiendo de la antelación de la reserva.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Interacción de las variables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marL="742950" lvl="1" indent="-285750">
              <a:buFontTx/>
              <a:buChar char="-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Antelación x Precio de la habitación</a:t>
            </a:r>
          </a:p>
          <a:p>
            <a:pPr marL="742950" lvl="1" indent="-285750">
              <a:buFontTx/>
              <a:buChar char="-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Antelación x Cliente repetidor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Las interacciones son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altamente significativas.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AIC: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29.397,  reducción de casi 700 unidades frente al primer modelo.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s-ES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0.35</a:t>
            </a:r>
          </a:p>
          <a:p>
            <a:endParaRPr lang="es-ES" dirty="0"/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BF20A5D4-FB68-CC20-4C59-B96C48D113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485" b="4397"/>
          <a:stretch>
            <a:fillRect/>
          </a:stretch>
        </p:blipFill>
        <p:spPr>
          <a:xfrm>
            <a:off x="388632" y="1863333"/>
            <a:ext cx="5234263" cy="4718478"/>
          </a:xfrm>
          <a:prstGeom prst="rect">
            <a:avLst/>
          </a:prstGeom>
        </p:spPr>
      </p:pic>
      <p:sp>
        <p:nvSpPr>
          <p:cNvPr id="17" name="Rectángulo 16">
            <a:extLst>
              <a:ext uri="{FF2B5EF4-FFF2-40B4-BE49-F238E27FC236}">
                <a16:creationId xmlns:a16="http://schemas.microsoft.com/office/drawing/2014/main" id="{C6B6EA74-16D0-8938-F799-2E79F95FA62D}"/>
              </a:ext>
            </a:extLst>
          </p:cNvPr>
          <p:cNvSpPr/>
          <p:nvPr/>
        </p:nvSpPr>
        <p:spPr>
          <a:xfrm>
            <a:off x="388632" y="5049520"/>
            <a:ext cx="4356988" cy="2797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8E83FE7-C043-EFE9-F218-89B75BB4987C}"/>
              </a:ext>
            </a:extLst>
          </p:cNvPr>
          <p:cNvSpPr/>
          <p:nvPr/>
        </p:nvSpPr>
        <p:spPr>
          <a:xfrm>
            <a:off x="388622" y="6018835"/>
            <a:ext cx="3396300" cy="472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6653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FB93AE-3EA5-A261-CF16-D8D0C4E5A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04A78CF-3935-20CA-7789-D4BFF2D99D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5E76955-4D7F-0BAE-E3CB-502CA19C0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02E90F55-0AFA-E993-1249-811CA88128D3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CAEF9E-0056-3D4A-C41D-2295A75BE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747" y="529383"/>
            <a:ext cx="12178768" cy="624171"/>
          </a:xfrm>
        </p:spPr>
        <p:txBody>
          <a:bodyPr anchor="t">
            <a:noAutofit/>
          </a:bodyPr>
          <a:lstStyle/>
          <a:p>
            <a:pPr algn="ctr"/>
            <a:r>
              <a:rPr lang="es-ES" sz="3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Tercer modelo: Términos cuadráticos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0F3B012-8153-10D8-69DF-1D92FB5DA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46BCA6C7-CAC8-F94F-0E4D-C667189F6B91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D348D68-6766-B7E7-0FFA-FB1ABCB5E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7F713CC-AED1-D12F-BE61-B13B58A68332}"/>
              </a:ext>
            </a:extLst>
          </p:cNvPr>
          <p:cNvSpPr txBox="1"/>
          <p:nvPr/>
        </p:nvSpPr>
        <p:spPr>
          <a:xfrm>
            <a:off x="6095984" y="2435887"/>
            <a:ext cx="550216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Incorporación del efecto cuadrático al tiempo de antelación y al precio.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Reducción del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AIC marginal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 (6 unidades)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El riesgo de cancelación aumenta con la antelación y con el precio, pero se estabiliza a partir de cierto límite temporal.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Adoptamos este modelo como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modelo final.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Tenemos una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mejora del 35.4%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de este modelo respecto al modelo nulo.</a:t>
            </a:r>
          </a:p>
        </p:txBody>
      </p:sp>
      <p:pic>
        <p:nvPicPr>
          <p:cNvPr id="17" name="Marcador de contenido 16">
            <a:extLst>
              <a:ext uri="{FF2B5EF4-FFF2-40B4-BE49-F238E27FC236}">
                <a16:creationId xmlns:a16="http://schemas.microsoft.com/office/drawing/2014/main" id="{B50DBF33-BD35-17E4-0F6D-0CF29F43DE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7269"/>
          <a:stretch>
            <a:fillRect/>
          </a:stretch>
        </p:blipFill>
        <p:spPr>
          <a:xfrm>
            <a:off x="498282" y="1867339"/>
            <a:ext cx="5099436" cy="4811961"/>
          </a:xfrm>
          <a:prstGeom prst="rect">
            <a:avLst/>
          </a:prstGeom>
        </p:spPr>
      </p:pic>
      <p:sp>
        <p:nvSpPr>
          <p:cNvPr id="18" name="Rectángulo 17">
            <a:extLst>
              <a:ext uri="{FF2B5EF4-FFF2-40B4-BE49-F238E27FC236}">
                <a16:creationId xmlns:a16="http://schemas.microsoft.com/office/drawing/2014/main" id="{911EA80B-6B5C-7183-BB6D-A9198CE2028D}"/>
              </a:ext>
            </a:extLst>
          </p:cNvPr>
          <p:cNvSpPr/>
          <p:nvPr/>
        </p:nvSpPr>
        <p:spPr>
          <a:xfrm>
            <a:off x="498282" y="4937760"/>
            <a:ext cx="4276918" cy="3254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B99CDBF-436A-E588-AFDA-393756D4744C}"/>
              </a:ext>
            </a:extLst>
          </p:cNvPr>
          <p:cNvSpPr/>
          <p:nvPr/>
        </p:nvSpPr>
        <p:spPr>
          <a:xfrm>
            <a:off x="498272" y="6206776"/>
            <a:ext cx="3396300" cy="47252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091588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57B295-8B38-52BA-7D41-664BBDD465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7CA50430-985C-69A5-558E-BA87BD8F7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227A66C-4C4C-15A0-32D9-E56BE6CCA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7BA2398A-2CD3-258A-0562-C7D7FDA7A8A8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Interpretación del modelo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A2E4103-B945-D7C9-5C4B-B4B26ED15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398AA86C-E198-C4CC-E868-D17FEBEC603C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5F8E874-7F64-ABB9-D39D-27817B492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8" name="Marcador de contenido 2">
            <a:extLst>
              <a:ext uri="{FF2B5EF4-FFF2-40B4-BE49-F238E27FC236}">
                <a16:creationId xmlns:a16="http://schemas.microsoft.com/office/drawing/2014/main" id="{56204036-72D1-798F-3B50-627517B543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435324"/>
              </p:ext>
            </p:extLst>
          </p:nvPr>
        </p:nvGraphicFramePr>
        <p:xfrm>
          <a:off x="0" y="1757143"/>
          <a:ext cx="6327478" cy="5037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2" name="Marcador de contenido 2">
            <a:extLst>
              <a:ext uri="{FF2B5EF4-FFF2-40B4-BE49-F238E27FC236}">
                <a16:creationId xmlns:a16="http://schemas.microsoft.com/office/drawing/2014/main" id="{73347DCA-52C1-251B-9D1D-63A1BB2E94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79991381"/>
              </p:ext>
            </p:extLst>
          </p:nvPr>
        </p:nvGraphicFramePr>
        <p:xfrm>
          <a:off x="5351378" y="1707093"/>
          <a:ext cx="6327478" cy="50876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424526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4C676C-8673-E7AF-EA37-2DE3A71E8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AC7642E-3B11-4393-4DE7-7061502F6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E2CA35-13F4-1C19-15AE-C165F478EE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DA66D572-BCCF-6027-A44E-71B99B204796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Comprobación de la significancia de las variables con ANOVA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B0EC8F2-91F6-F4E0-8540-84B6ACF67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A261ADC-B05D-2DA1-B3FE-179E494165FA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E9272AB-99B0-FF10-248F-5FF1226A8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Marcador de contenido 14">
            <a:extLst>
              <a:ext uri="{FF2B5EF4-FFF2-40B4-BE49-F238E27FC236}">
                <a16:creationId xmlns:a16="http://schemas.microsoft.com/office/drawing/2014/main" id="{0AFFB825-2B60-837A-C99D-411B2990ED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015"/>
          <a:stretch>
            <a:fillRect/>
          </a:stretch>
        </p:blipFill>
        <p:spPr>
          <a:xfrm>
            <a:off x="308201" y="2381961"/>
            <a:ext cx="6753000" cy="3531525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4391ECB9-45BF-3ABF-B574-798BAD5001AA}"/>
              </a:ext>
            </a:extLst>
          </p:cNvPr>
          <p:cNvSpPr txBox="1"/>
          <p:nvPr/>
        </p:nvSpPr>
        <p:spPr>
          <a:xfrm>
            <a:off x="7235325" y="2993561"/>
            <a:ext cx="44196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Confirmamos estadísticamente que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todas las variables 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introducidas en el modelo final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aportan valor real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Afirmamos que tantos las interacciones como los efectos cuadráticos son significativos.</a:t>
            </a:r>
          </a:p>
        </p:txBody>
      </p:sp>
    </p:spTree>
    <p:extLst>
      <p:ext uri="{BB962C8B-B14F-4D97-AF65-F5344CB8AC3E}">
        <p14:creationId xmlns:p14="http://schemas.microsoft.com/office/powerpoint/2010/main" val="28208917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4F6BFF-EA0C-15DF-6342-622E4528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1622224-91A0-F52D-4152-E14A02595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F16B451-0476-FB62-628C-F734CFE74E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1CA80F84-D2BB-837B-BD16-0DADD17D4C98}"/>
              </a:ext>
            </a:extLst>
          </p:cNvPr>
          <p:cNvSpPr/>
          <p:nvPr/>
        </p:nvSpPr>
        <p:spPr>
          <a:xfrm>
            <a:off x="-11" y="-22531"/>
            <a:ext cx="12191990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Estrategia de overbooking</a:t>
            </a:r>
            <a:endParaRPr lang="es-ES" sz="32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A0A25B-066A-AE51-AB26-BA18B61F9F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CF660E6-FB41-5824-D1D7-BF5AC86A8B0C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9189B4-1680-7E8A-EFE5-417835ECA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Marcador de contenido 5">
            <a:extLst>
              <a:ext uri="{FF2B5EF4-FFF2-40B4-BE49-F238E27FC236}">
                <a16:creationId xmlns:a16="http://schemas.microsoft.com/office/drawing/2014/main" id="{420D1D70-1D49-D763-7D40-EE1219596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569" y="2152560"/>
            <a:ext cx="5636415" cy="4223068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CEA84022-A44C-CB8B-0054-FAACB9D188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7528" y="5101274"/>
            <a:ext cx="2266950" cy="123825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6EBE366A-5991-5F52-4919-E57BCBF18BFA}"/>
              </a:ext>
            </a:extLst>
          </p:cNvPr>
          <p:cNvSpPr/>
          <p:nvPr/>
        </p:nvSpPr>
        <p:spPr>
          <a:xfrm>
            <a:off x="8260080" y="5669280"/>
            <a:ext cx="467360" cy="31923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FE3F1C27-01F4-9E01-9CF5-67FACAB5BD5E}"/>
              </a:ext>
            </a:extLst>
          </p:cNvPr>
          <p:cNvSpPr/>
          <p:nvPr/>
        </p:nvSpPr>
        <p:spPr>
          <a:xfrm>
            <a:off x="7368369" y="5985111"/>
            <a:ext cx="625202" cy="319234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C81D7E3A-ABE2-2102-5F3D-836CE543B172}"/>
              </a:ext>
            </a:extLst>
          </p:cNvPr>
          <p:cNvSpPr txBox="1"/>
          <p:nvPr/>
        </p:nvSpPr>
        <p:spPr>
          <a:xfrm>
            <a:off x="6482080" y="2152560"/>
            <a:ext cx="48047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Problema 50%: Genera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demasiados falsos positivos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. (2476)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Solución 70%: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Reducimos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 drásticamente los </a:t>
            </a:r>
            <a:r>
              <a:rPr lang="es-ES" b="1" dirty="0">
                <a:latin typeface="Arial" panose="020B0604020202020204" pitchFamily="34" charset="0"/>
                <a:cs typeface="Arial" panose="020B0604020202020204" pitchFamily="34" charset="0"/>
              </a:rPr>
              <a:t>falsos positivos</a:t>
            </a: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, los más peligrosos para los beneficios del hotel.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Overbooking medio del 16.4%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27094D2-5FF3-CCFA-0A50-C526BFD8C1B9}"/>
              </a:ext>
            </a:extLst>
          </p:cNvPr>
          <p:cNvSpPr txBox="1"/>
          <p:nvPr/>
        </p:nvSpPr>
        <p:spPr>
          <a:xfrm>
            <a:off x="9215120" y="5059680"/>
            <a:ext cx="2397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Fiabilidad global con el umbral al 70%: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8772A99-B74C-9C81-D7A1-F2ED6E8EB81D}"/>
              </a:ext>
            </a:extLst>
          </p:cNvPr>
          <p:cNvSpPr txBox="1"/>
          <p:nvPr/>
        </p:nvSpPr>
        <p:spPr>
          <a:xfrm>
            <a:off x="9748504" y="5720041"/>
            <a:ext cx="186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78.17%</a:t>
            </a:r>
          </a:p>
        </p:txBody>
      </p:sp>
    </p:spTree>
    <p:extLst>
      <p:ext uri="{BB962C8B-B14F-4D97-AF65-F5344CB8AC3E}">
        <p14:creationId xmlns:p14="http://schemas.microsoft.com/office/powerpoint/2010/main" val="19454329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1EBE56-A76D-1D17-C578-E365666F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24A83ED-CECE-E4B4-A68A-2A83839CE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1D213-770E-8AE4-21C9-4CAF1BE777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5D974737-398D-7E1B-511E-BD7F58CBAC3D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Conclusiones</a:t>
            </a:r>
            <a:endParaRPr lang="es-ES" sz="3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A2227-2516-0142-B982-15415755F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3B78157-7C0C-5A07-7449-E56899419BEF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ABF3D01-4E3D-49B1-F85B-C7F78D940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11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Marcador de contenido 2">
            <a:extLst>
              <a:ext uri="{FF2B5EF4-FFF2-40B4-BE49-F238E27FC236}">
                <a16:creationId xmlns:a16="http://schemas.microsoft.com/office/drawing/2014/main" id="{8A02CD26-A314-44F7-EE66-772195E56B1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09618679"/>
              </p:ext>
            </p:extLst>
          </p:nvPr>
        </p:nvGraphicFramePr>
        <p:xfrm>
          <a:off x="905124" y="2033617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519142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97AB3-3C2E-DCE9-A358-0F668B114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22F65E8E-999F-1515-9404-4A5F7B73B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F704084-BC12-9775-9588-1383AE30D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2E70D2D-FF6F-B787-8A07-6B95BB35E648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4000" b="1" dirty="0">
                <a:latin typeface="Arial" panose="020B0604020202020204" pitchFamily="34" charset="0"/>
                <a:cs typeface="Arial" panose="020B0604020202020204" pitchFamily="34" charset="0"/>
              </a:rPr>
              <a:t>Próximos pasos</a:t>
            </a:r>
            <a:endParaRPr lang="es-ES" sz="36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2C8312-A042-99B9-EC18-CF3BD0460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02DD1DB-492E-BCC1-43CA-5043356DA302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BA1AE76-E9EB-3FC6-7301-5150DB1BA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Marcador de contenido 2">
            <a:extLst>
              <a:ext uri="{FF2B5EF4-FFF2-40B4-BE49-F238E27FC236}">
                <a16:creationId xmlns:a16="http://schemas.microsoft.com/office/drawing/2014/main" id="{88716A6E-4DA0-3DE1-BDBF-3338AEDD71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243380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198188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5651C6-D62C-756C-F07D-886D25B65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0">
            <a:extLst>
              <a:ext uri="{FF2B5EF4-FFF2-40B4-BE49-F238E27FC236}">
                <a16:creationId xmlns:a16="http://schemas.microsoft.com/office/drawing/2014/main" id="{577D6B2E-37A3-429E-A37C-F30ED64872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1723" y="-1"/>
            <a:ext cx="12225953" cy="6868071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41959" y="-3"/>
            <a:ext cx="11772269" cy="6868074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83000"/>
                </a:schemeClr>
              </a:gs>
              <a:gs pos="100000">
                <a:schemeClr val="accent1"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6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5200" y="0"/>
            <a:ext cx="3623374" cy="686807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1064D5D5-227B-4F66-9AEA-46F570E79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5875" y="-3"/>
            <a:ext cx="12233581" cy="6868076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73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646B67A4-D328-4747-A82B-65E84FA46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4484334" y="-861824"/>
            <a:ext cx="6861931" cy="8597859"/>
          </a:xfrm>
          <a:prstGeom prst="rect">
            <a:avLst/>
          </a:prstGeom>
          <a:gradFill>
            <a:gsLst>
              <a:gs pos="3000">
                <a:schemeClr val="accent1">
                  <a:lumMod val="75000"/>
                  <a:alpha val="0"/>
                </a:schemeClr>
              </a:gs>
              <a:gs pos="100000">
                <a:srgbClr val="000000">
                  <a:alpha val="27000"/>
                </a:srgb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22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993193">
            <a:off x="1186972" y="1089049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6000"/>
                </a:schemeClr>
              </a:gs>
              <a:gs pos="85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C9AC2EE-F7DB-EC5D-16B0-B2C5AEB865B4}"/>
              </a:ext>
            </a:extLst>
          </p:cNvPr>
          <p:cNvSpPr txBox="1"/>
          <p:nvPr/>
        </p:nvSpPr>
        <p:spPr>
          <a:xfrm>
            <a:off x="4162567" y="818984"/>
            <a:ext cx="7541753" cy="317868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800" b="1" kern="1200" dirty="0" err="1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Preguntas</a:t>
            </a:r>
            <a:r>
              <a:rPr lang="en-US" sz="4800" b="1" kern="1200" dirty="0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y </a:t>
            </a:r>
            <a:r>
              <a:rPr lang="en-US" sz="4800" b="1" kern="1200" dirty="0" err="1">
                <a:solidFill>
                  <a:srgbClr val="FFFFFF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sugerencias</a:t>
            </a:r>
            <a:endParaRPr lang="en-US" sz="4800" b="1" kern="1200" dirty="0">
              <a:solidFill>
                <a:srgbClr val="FFFFFF"/>
              </a:solidFill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4490110"/>
            <a:ext cx="12217710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455044B-B072-56B6-5455-B138C44B4CA0}"/>
              </a:ext>
            </a:extLst>
          </p:cNvPr>
          <p:cNvSpPr txBox="1"/>
          <p:nvPr/>
        </p:nvSpPr>
        <p:spPr>
          <a:xfrm>
            <a:off x="4285397" y="4960961"/>
            <a:ext cx="7055893" cy="10780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Gracias </a:t>
            </a:r>
            <a:r>
              <a:rPr lang="en-US" sz="2400" kern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</a:t>
            </a:r>
            <a:r>
              <a:rPr lang="en-US" sz="240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</a:t>
            </a:r>
            <a:r>
              <a:rPr lang="en-US" sz="2400" kern="1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kern="1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atención</a:t>
            </a:r>
            <a:endParaRPr lang="en-US" sz="2400" kern="1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6B0B394B-6BAE-DABC-5ADF-195D5F988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0BACD09-16EE-EF4D-A1F4-B2B2CECA11FC}" type="slidenum">
              <a:rPr lang="en-US" sz="11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13</a:t>
            </a:fld>
            <a:endParaRPr lang="en-US" sz="11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249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37E288-ECF1-1028-EDE2-E624335B4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842CF21-0A98-0CFE-DF46-520F9FB86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3A5ACC5-BB52-C703-4514-3200CEC01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6096EFB-6525-41B6-CA20-C6B657625232}"/>
              </a:ext>
            </a:extLst>
          </p:cNvPr>
          <p:cNvSpPr/>
          <p:nvPr/>
        </p:nvSpPr>
        <p:spPr>
          <a:xfrm>
            <a:off x="-10" y="12747"/>
            <a:ext cx="12191989" cy="1694346"/>
          </a:xfrm>
          <a:prstGeom prst="rect">
            <a:avLst/>
          </a:prstGeom>
          <a:solidFill>
            <a:srgbClr val="162F3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3200" b="1" dirty="0">
                <a:latin typeface="Arial" panose="020B0604020202020204" pitchFamily="34" charset="0"/>
                <a:cs typeface="Arial" panose="020B0604020202020204" pitchFamily="34" charset="0"/>
              </a:rPr>
              <a:t>Back-up: Modelo 0 con step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27B276-36A4-F4DB-151B-9B461893E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C0461665-BDB8-4DE2-D94E-F57C5B9424E9}"/>
              </a:ext>
            </a:extLst>
          </p:cNvPr>
          <p:cNvSpPr/>
          <p:nvPr/>
        </p:nvSpPr>
        <p:spPr>
          <a:xfrm>
            <a:off x="905124" y="1863333"/>
            <a:ext cx="708917" cy="37120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1F22A16-739B-69A7-A998-7F33A90D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BACD09-16EE-EF4D-A1F4-B2B2CECA11FC}" type="slidenum">
              <a:rPr lang="es-ES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s-E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1F8EF87E-62B8-A419-AFA8-E6332FCD47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610" b="16326"/>
          <a:stretch>
            <a:fillRect/>
          </a:stretch>
        </p:blipFill>
        <p:spPr>
          <a:xfrm>
            <a:off x="405112" y="1845097"/>
            <a:ext cx="4618299" cy="487637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8B03C851-006F-EB26-3A0C-28334417DCC7}"/>
              </a:ext>
            </a:extLst>
          </p:cNvPr>
          <p:cNvSpPr txBox="1"/>
          <p:nvPr/>
        </p:nvSpPr>
        <p:spPr>
          <a:xfrm>
            <a:off x="5428523" y="1865009"/>
            <a:ext cx="6169308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Intento inicial: 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Introducción de todas las variables disponibles mediante el método step </a:t>
            </a:r>
          </a:p>
          <a:p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700" b="1" dirty="0">
                <a:latin typeface="Arial" panose="020B0604020202020204" pitchFamily="34" charset="0"/>
                <a:cs typeface="Arial" panose="020B0604020202020204" pitchFamily="34" charset="0"/>
              </a:rPr>
              <a:t>Por qué lo descartamos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marL="742950" lvl="1" indent="-285750">
              <a:buFontTx/>
              <a:buChar char="-"/>
            </a:pPr>
            <a:r>
              <a:rPr lang="es-ES" sz="1700" u="sng" dirty="0">
                <a:latin typeface="Arial" panose="020B0604020202020204" pitchFamily="34" charset="0"/>
                <a:cs typeface="Arial" panose="020B0604020202020204" pitchFamily="34" charset="0"/>
              </a:rPr>
              <a:t>Ruido: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 Variables como el día exacto de llegada o el año no son útiles para crear conclusiones.</a:t>
            </a:r>
          </a:p>
          <a:p>
            <a:pPr lvl="1"/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s-ES" sz="1700" u="sng" dirty="0">
                <a:latin typeface="Arial" panose="020B0604020202020204" pitchFamily="34" charset="0"/>
                <a:cs typeface="Arial" panose="020B0604020202020204" pitchFamily="34" charset="0"/>
              </a:rPr>
              <a:t>Categorías residuales: 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Tipos de habitación o planes de comida con subniveles no significativos no aportan valor real de clasificación. </a:t>
            </a:r>
          </a:p>
          <a:p>
            <a:pPr lvl="1"/>
            <a:endParaRPr lang="es-ES" sz="17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s-ES" sz="1700" u="sng" dirty="0">
                <a:latin typeface="Arial" panose="020B0604020202020204" pitchFamily="34" charset="0"/>
                <a:cs typeface="Arial" panose="020B0604020202020204" pitchFamily="34" charset="0"/>
              </a:rPr>
              <a:t>Eficiencia</a:t>
            </a:r>
            <a:r>
              <a:rPr lang="es-ES" sz="1700" dirty="0">
                <a:latin typeface="Arial" panose="020B0604020202020204" pitchFamily="34" charset="0"/>
                <a:cs typeface="Arial" panose="020B0604020202020204" pitchFamily="34" charset="0"/>
              </a:rPr>
              <a:t>: Nuestro modelo 1 logra un rendimiento casi idéntico utilizando un tercio de las variables, facilitando la interpretación comercial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DDB2BFA8-5BF7-F78F-1597-A1A470112B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t="90970" r="37289" b="1715"/>
          <a:stretch>
            <a:fillRect/>
          </a:stretch>
        </p:blipFill>
        <p:spPr>
          <a:xfrm>
            <a:off x="6095984" y="5796101"/>
            <a:ext cx="4224915" cy="753441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E0076097-E877-2BD2-51A9-0561C398D167}"/>
              </a:ext>
            </a:extLst>
          </p:cNvPr>
          <p:cNvSpPr/>
          <p:nvPr/>
        </p:nvSpPr>
        <p:spPr>
          <a:xfrm>
            <a:off x="6095974" y="5796100"/>
            <a:ext cx="4224914" cy="75344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84929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3537</TotalTime>
  <Words>896</Words>
  <Application>Microsoft Macintosh PowerPoint</Application>
  <PresentationFormat>Panorámica</PresentationFormat>
  <Paragraphs>125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Wingdings</vt:lpstr>
      <vt:lpstr>Tema de Office</vt:lpstr>
      <vt:lpstr>Modelos predictivos en R para cancelaciones hoteleras</vt:lpstr>
      <vt:lpstr>Resumen Ejecutivo</vt:lpstr>
      <vt:lpstr>Agenda</vt:lpstr>
      <vt:lpstr>Variable objetivo: Predicción de cancelaciones</vt:lpstr>
      <vt:lpstr>Primer modelo: Variables base</vt:lpstr>
      <vt:lpstr>Segundo modelo: Interacciones</vt:lpstr>
      <vt:lpstr>Tercer modelo: Términos cuadráticos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Anais Nájar Martínez</dc:creator>
  <cp:lastModifiedBy>Anais Nájar Martínez</cp:lastModifiedBy>
  <cp:revision>48</cp:revision>
  <dcterms:created xsi:type="dcterms:W3CDTF">2026-02-28T10:30:30Z</dcterms:created>
  <dcterms:modified xsi:type="dcterms:W3CDTF">2026-03-27T08:44:01Z</dcterms:modified>
</cp:coreProperties>
</file>